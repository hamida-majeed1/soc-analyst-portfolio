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ia/title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32B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1280160" cy="54864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digital defense — threats, vulnerabilities &amp;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3400" dirty="0"/>
          </a:p>
        </p:txBody>
      </p:sp>
      <p:pic>
        <p:nvPicPr>
          <p:cNvPr id="3" name="Image 0" descr="media/cyber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54480"/>
            <a:ext cx="3749040" cy="27157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554480"/>
            <a:ext cx="3749040" cy="2715768"/>
          </a:xfrm>
          <a:prstGeom prst="roundRect">
            <a:avLst>
              <a:gd name="adj" fmla="val 2694"/>
            </a:avLst>
          </a:prstGeom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544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protection of systems, networks, and servers from cyber threats such as hacking, digital attacks, and unauthorized access.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474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social media from hacking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404164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malware and viruses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654296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60857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website and organization data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5221224"/>
            <a:ext cx="365760" cy="36576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1560" y="517550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bank information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Security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computer networks from cyber attacks.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5087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737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3317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78892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websites and applications from hackers.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50876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8513064" y="1737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13064" y="23317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78892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data from unauthorized access.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5262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8348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cloud platforms and online storage.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16552" y="370332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5152" y="3931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45152" y="45262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Hacking (Red Team)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8348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systems to find security weaknesses.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84464" y="370332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3064" y="3931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13064" y="452628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 (Defensive Security)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13064" y="4983480"/>
            <a:ext cx="3182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systems by monitoring and responding to cyber attacks.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306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306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1188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4914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914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332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522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522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64040" y="23774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01300" y="2697480"/>
            <a:ext cx="731520" cy="7315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0130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5548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System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Hackers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19656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099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Hat Hackers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7099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hackers who protect systems by finding and fixing security vulnerabilities.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Hat Hackers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8803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hackers who steal data or damage systems for personal gain.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507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Gray Hat Hackers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0507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may hack without permission but usually report vulnerabilities afterward.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11496"/>
            <a:ext cx="11064240" cy="987552"/>
          </a:xfrm>
          <a:prstGeom prst="roundRect">
            <a:avLst>
              <a:gd name="adj" fmla="val 6481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30952"/>
            <a:ext cx="548640" cy="54864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22122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Kiddies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522122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who use pre-made hacking tools with little knowledge.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Hackers (Continued)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6362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904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Hat Hackers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94960" y="149047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learners who are developing their hacking skills.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2374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45059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 Hackers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245059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aggressively fight against Black Hat hackers.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48386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41071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Hacktivists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341071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attack systems for political or social causes.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44398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43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3708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Nation-State Hackers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94960" y="437083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work for governments to conduct cyber espionage or attacks.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7955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404104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04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3309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Developers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533095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who create malicious software such as viruses or ransomware.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 Triads</a:t>
            </a:r>
            <a:endParaRPr lang="en-US" sz="3400" dirty="0"/>
          </a:p>
        </p:txBody>
      </p:sp>
      <p:pic>
        <p:nvPicPr>
          <p:cNvPr id="3" name="Image 0" descr="media/cia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17320"/>
            <a:ext cx="3703320" cy="2679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4440" y="1645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21031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only authorized users can access the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34747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data is not changed during transmission.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4389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484632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available and accessible to authorized users when needed.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3400" dirty="0"/>
          </a:p>
        </p:txBody>
      </p:sp>
      <p:pic>
        <p:nvPicPr>
          <p:cNvPr id="3" name="Image 0" descr="media/threa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554480"/>
            <a:ext cx="3566160" cy="23682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554480"/>
            <a:ext cx="3566160" cy="2368296"/>
          </a:xfrm>
          <a:prstGeom prst="roundRect">
            <a:avLst>
              <a:gd name="adj" fmla="val 3089"/>
            </a:avLst>
          </a:prstGeom>
          <a:ln w="19050">
            <a:solidFill>
              <a:srgbClr val="4CC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5448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is something that has the potential to damage, disrupt, steal, or gain unauthorized access to a computer system, network, or data.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114800" y="3566160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1772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133088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4087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114800" y="4133088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4087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in the Middle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4700016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700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51560" y="46542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4114800" y="4700016"/>
            <a:ext cx="347472" cy="347472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4700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17720" y="46542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Threat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540764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4076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sends a phishing email to an employee.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35808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229100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91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4136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clicks the malicious link.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24144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17436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74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62472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steals the login credentials.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13648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5772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57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0808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data is compromised.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phishing email is the threat.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is a potential danger.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systems, networks, or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exploits vulnerabilities.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lead to data theft, financial loss, or service disruption.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B4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is a weakness or flaw in a system, network, application, or process that can be exploited by a threat to gain unauthorized access or cause damage.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2352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Software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84464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0264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Operating System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Firewall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16552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99432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2352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84464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467344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70264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Access Control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540764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40764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uses "123456" as an administrator password.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35808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36976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229100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91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4136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password is the vulnerability.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24144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17436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743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62472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guesses the password.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13648" y="201168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5772" y="2240280"/>
            <a:ext cx="502920" cy="50292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577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50808" y="28803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gains unauthorized access to the system.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 password is the vulnerability.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software regularly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security patches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firewalls properly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vulnerability assessments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is a weakness, not an attack.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exploit vulnerabilities.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vulnerabilities improves security.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 and security best practices help prevent exploitation.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B4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is the possibility that a threat will exploit a vulnerability and cause harm, damage, or loss to an organization.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2352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84464" y="324612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357987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35798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0264" y="324612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Downtime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16552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99432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2352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Damage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84464" y="4526280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467344" y="4860036"/>
            <a:ext cx="384048" cy="384048"/>
          </a:xfrm>
          <a:prstGeom prst="ellipse">
            <a:avLst/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48600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70264" y="4526280"/>
            <a:ext cx="2770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Confidential Data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C2B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uses a weak password.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 gains unauthorized access and steals company data.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C2B4A"/>
          </a:solidFill>
          <a:ln w="1524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348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possibility of data theft is the risk.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Mitigation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passwords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software regularly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88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651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security patches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employees on cybersecurity awareness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94960" cy="731520"/>
          </a:xfrm>
          <a:prstGeom prst="roundRect">
            <a:avLst>
              <a:gd name="adj" fmla="val 8750"/>
            </a:avLst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7033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regular security assessments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the chance of damage or loss.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exists when a threat exploits a vulnerability.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reduce risk through security controls and best practices.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1C2B4A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cannot always be eliminated, but it can be managed.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vs Vulnerability vs Risk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1C2B4A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97680" y="146304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1C2B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0" y="1463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0" y="146304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1C2B4A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4630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danger that can cause harm.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945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weakness that can be exploited.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1945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possibility of damage when a threat exploits a vulnerability.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attacker or harmful event.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2461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security weakness.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2461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2461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potential loss or impact.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97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exploit vulnerabilities.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297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4297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exploited by threats.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4297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4297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because of threats and vulnerabilities.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3492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Hacker, Malware, Phishing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534924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53492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Weak Password, Outdated Software, Open Port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534924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53492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Data Breach, Financial Loss, System Downtime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CyberSecurity  •  Day 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2026-07-23T16:23:13Z</dcterms:created>
  <dcterms:modified xsi:type="dcterms:W3CDTF">2026-07-23T16:23:13Z</dcterms:modified>
</cp:coreProperties>
</file>