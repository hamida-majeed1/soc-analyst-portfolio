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B"/>
          </a:solidFill>
        </p:spPr>
      </p:sp>
      <p:sp>
        <p:nvSpPr>
          <p:cNvPr id="3" name="Shape 1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4" name="Shape 2"/>
          <p:cNvSpPr/>
          <p:nvPr/>
        </p:nvSpPr>
        <p:spPr>
          <a:xfrm>
            <a:off x="86868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5" name="Shape 3"/>
          <p:cNvSpPr/>
          <p:nvPr/>
        </p:nvSpPr>
        <p:spPr>
          <a:xfrm>
            <a:off x="118872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6" name="Shape 4"/>
          <p:cNvSpPr/>
          <p:nvPr/>
        </p:nvSpPr>
        <p:spPr>
          <a:xfrm>
            <a:off x="150876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7" name="Shape 5"/>
          <p:cNvSpPr/>
          <p:nvPr/>
        </p:nvSpPr>
        <p:spPr>
          <a:xfrm>
            <a:off x="182880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8" name="Shape 6"/>
          <p:cNvSpPr/>
          <p:nvPr/>
        </p:nvSpPr>
        <p:spPr>
          <a:xfrm>
            <a:off x="2148840" y="548640"/>
            <a:ext cx="45720" cy="457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9" name="Text 7"/>
          <p:cNvSpPr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DAY 13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0789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Users, Groups &amp; Permissions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(chmod, chown, chgrp)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fundamentals for the GitHub SOC Analyst Portfolio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6692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84632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whoami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5669280" cy="411480"/>
          </a:xfrm>
          <a:prstGeom prst="roundRect">
            <a:avLst>
              <a:gd name="adj" fmla="val 15556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39496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hamida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E34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Users • Groups • Ownership •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Aaj hum seekhenge: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7" name="Shape 5"/>
          <p:cNvSpPr/>
          <p:nvPr/>
        </p:nvSpPr>
        <p:spPr>
          <a:xfrm>
            <a:off x="800100" y="233172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8" name="Text 6"/>
          <p:cNvSpPr/>
          <p:nvPr/>
        </p:nvSpPr>
        <p:spPr>
          <a:xfrm>
            <a:off x="800100" y="2331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Users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11" name="Shape 9"/>
          <p:cNvSpPr/>
          <p:nvPr/>
        </p:nvSpPr>
        <p:spPr>
          <a:xfrm>
            <a:off x="4640580" y="233172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2" name="Text 10"/>
          <p:cNvSpPr/>
          <p:nvPr/>
        </p:nvSpPr>
        <p:spPr>
          <a:xfrm>
            <a:off x="4640580" y="2331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Groups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15" name="Shape 13"/>
          <p:cNvSpPr/>
          <p:nvPr/>
        </p:nvSpPr>
        <p:spPr>
          <a:xfrm>
            <a:off x="8481060" y="233172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6" name="Text 14"/>
          <p:cNvSpPr/>
          <p:nvPr/>
        </p:nvSpPr>
        <p:spPr>
          <a:xfrm>
            <a:off x="8481060" y="2331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9144000" y="196596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Ownership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19" name="Shape 17"/>
          <p:cNvSpPr/>
          <p:nvPr/>
        </p:nvSpPr>
        <p:spPr>
          <a:xfrm>
            <a:off x="800100" y="379476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0" name="Text 18"/>
          <p:cNvSpPr/>
          <p:nvPr/>
        </p:nvSpPr>
        <p:spPr>
          <a:xfrm>
            <a:off x="800100" y="3794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1463040" y="342900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Permissions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9120" y="34290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23" name="Shape 21"/>
          <p:cNvSpPr/>
          <p:nvPr/>
        </p:nvSpPr>
        <p:spPr>
          <a:xfrm>
            <a:off x="4640580" y="379476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4" name="Text 22"/>
          <p:cNvSpPr/>
          <p:nvPr/>
        </p:nvSpPr>
        <p:spPr>
          <a:xfrm>
            <a:off x="4640580" y="3794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540" dirty="0"/>
          </a:p>
        </p:txBody>
      </p:sp>
      <p:sp>
        <p:nvSpPr>
          <p:cNvPr id="25" name="Text 23"/>
          <p:cNvSpPr/>
          <p:nvPr/>
        </p:nvSpPr>
        <p:spPr>
          <a:xfrm>
            <a:off x="5303520" y="342900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chmod Command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0" y="34290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27" name="Shape 25"/>
          <p:cNvSpPr/>
          <p:nvPr/>
        </p:nvSpPr>
        <p:spPr>
          <a:xfrm>
            <a:off x="8481060" y="379476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8" name="Text 26"/>
          <p:cNvSpPr/>
          <p:nvPr/>
        </p:nvSpPr>
        <p:spPr>
          <a:xfrm>
            <a:off x="8481060" y="3794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endParaRPr lang="en-US" sz="1540" dirty="0"/>
          </a:p>
        </p:txBody>
      </p:sp>
      <p:sp>
        <p:nvSpPr>
          <p:cNvPr id="29" name="Text 27"/>
          <p:cNvSpPr/>
          <p:nvPr/>
        </p:nvSpPr>
        <p:spPr>
          <a:xfrm>
            <a:off x="9144000" y="342900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chown Command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31" name="Shape 29"/>
          <p:cNvSpPr/>
          <p:nvPr/>
        </p:nvSpPr>
        <p:spPr>
          <a:xfrm>
            <a:off x="800100" y="525780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32" name="Text 30"/>
          <p:cNvSpPr/>
          <p:nvPr/>
        </p:nvSpPr>
        <p:spPr>
          <a:xfrm>
            <a:off x="80010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</a:t>
            </a:r>
            <a:endParaRPr lang="en-US" sz="1540" dirty="0"/>
          </a:p>
        </p:txBody>
      </p:sp>
      <p:sp>
        <p:nvSpPr>
          <p:cNvPr id="33" name="Text 31"/>
          <p:cNvSpPr/>
          <p:nvPr/>
        </p:nvSpPr>
        <p:spPr>
          <a:xfrm>
            <a:off x="1463040" y="489204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chgrp Command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389120" y="4892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35" name="Shape 33"/>
          <p:cNvSpPr/>
          <p:nvPr/>
        </p:nvSpPr>
        <p:spPr>
          <a:xfrm>
            <a:off x="4640580" y="525780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36" name="Text 34"/>
          <p:cNvSpPr/>
          <p:nvPr/>
        </p:nvSpPr>
        <p:spPr>
          <a:xfrm>
            <a:off x="464058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endParaRPr lang="en-US" sz="1540" dirty="0"/>
          </a:p>
        </p:txBody>
      </p:sp>
      <p:sp>
        <p:nvSpPr>
          <p:cNvPr id="37" name="Text 35"/>
          <p:cNvSpPr/>
          <p:nvPr/>
        </p:nvSpPr>
        <p:spPr>
          <a:xfrm>
            <a:off x="5303520" y="489204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 Permissions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229600" y="4892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428"/>
          </a:solidFill>
        </p:spPr>
      </p:sp>
      <p:sp>
        <p:nvSpPr>
          <p:cNvPr id="39" name="Shape 37"/>
          <p:cNvSpPr/>
          <p:nvPr/>
        </p:nvSpPr>
        <p:spPr>
          <a:xfrm>
            <a:off x="8481060" y="5257800"/>
            <a:ext cx="502920" cy="50292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40" name="Text 38"/>
          <p:cNvSpPr/>
          <p:nvPr/>
        </p:nvSpPr>
        <p:spPr>
          <a:xfrm>
            <a:off x="848106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</a:t>
            </a:r>
            <a:endParaRPr lang="en-US" sz="1540" dirty="0"/>
          </a:p>
        </p:txBody>
      </p:sp>
      <p:sp>
        <p:nvSpPr>
          <p:cNvPr id="41" name="Text 39"/>
          <p:cNvSpPr/>
          <p:nvPr/>
        </p:nvSpPr>
        <p:spPr>
          <a:xfrm>
            <a:off x="9144000" y="4892040"/>
            <a:ext cx="2560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Symbolic Permissions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— LINUX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User? · The Root User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80760" y="1554480"/>
            <a:ext cx="0" cy="4754880"/>
          </a:xfrm>
          <a:prstGeom prst="line">
            <a:avLst/>
          </a:prstGeom>
          <a:noFill/>
          <a:ln w="12700">
            <a:solidFill>
              <a:srgbClr val="2E3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20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me har person jo system use karta hai usko User kehte hain.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users: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hamida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30175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01752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30175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01752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77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whoami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Meaning: current logged-in user ka naam show karta hai.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120640" cy="411480"/>
          </a:xfrm>
          <a:prstGeom prst="roundRect">
            <a:avLst>
              <a:gd name="adj" fmla="val 15556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0292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 hamida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USER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01168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Linux ka administrator hota hai. Iske paas system ki har permission hoti hai.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88036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15468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1546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32461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64040" y="3154680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8632" y="31546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-i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79476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06908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0690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whoami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4617720"/>
            <a:ext cx="5212080" cy="411480"/>
          </a:xfrm>
          <a:prstGeom prst="roundRect">
            <a:avLst>
              <a:gd name="adj" fmla="val 15556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6177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 root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— LINUX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Create &amp; Delete a User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E2428"/>
          </a:solidFill>
        </p:spPr>
      </p:sp>
      <p:sp>
        <p:nvSpPr>
          <p:cNvPr id="6" name="Text 4"/>
          <p:cNvSpPr/>
          <p:nvPr/>
        </p:nvSpPr>
        <p:spPr>
          <a:xfrm>
            <a:off x="914400" y="2057400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Create New User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6177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175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adduser hani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46177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9319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adduser hamida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617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password aur information puchega.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E2428"/>
          </a:solidFill>
        </p:spPr>
      </p:sp>
      <p:sp>
        <p:nvSpPr>
          <p:cNvPr id="15" name="Text 13"/>
          <p:cNvSpPr/>
          <p:nvPr/>
        </p:nvSpPr>
        <p:spPr>
          <a:xfrm>
            <a:off x="6583680" y="2057400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Delete User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46177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0175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deluser hani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931920"/>
            <a:ext cx="46177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39319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deluser hamida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— LINUX GROUPS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Group? · Checking Groups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80760" y="1554480"/>
            <a:ext cx="0" cy="4754880"/>
          </a:xfrm>
          <a:prstGeom prst="line">
            <a:avLst/>
          </a:prstGeom>
          <a:noFill/>
          <a:ln w="12700">
            <a:solidFill>
              <a:srgbClr val="2E3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WHAT IS A GROUP?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multiple users ka collection hota hai. Ek group ki permissions sab members ke liye same ho sakti hain.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groups: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20040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0040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74904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CHECK GROUPS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user ke groups: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28600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15468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154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groups hamida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0233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hamida sudo adm cdrom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— LINUX GROUPS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 Groups &amp; Group Membership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E2428"/>
          </a:solidFill>
        </p:spPr>
      </p:sp>
      <p:sp>
        <p:nvSpPr>
          <p:cNvPr id="6" name="Text 4"/>
          <p:cNvSpPr/>
          <p:nvPr/>
        </p:nvSpPr>
        <p:spPr>
          <a:xfrm>
            <a:off x="822960" y="196596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Create Group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28803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4231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groupadd SOC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E2428"/>
          </a:solidFill>
        </p:spPr>
      </p:sp>
      <p:sp>
        <p:nvSpPr>
          <p:cNvPr id="10" name="Text 8"/>
          <p:cNvSpPr/>
          <p:nvPr/>
        </p:nvSpPr>
        <p:spPr>
          <a:xfrm>
            <a:off x="4526280" y="196596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Delete Group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0" y="2423160"/>
            <a:ext cx="28803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4231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groupdel SOC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3685032" cy="4297680"/>
          </a:xfrm>
          <a:prstGeom prst="roundRect">
            <a:avLst>
              <a:gd name="adj" fmla="val 2481"/>
            </a:avLst>
          </a:prstGeom>
          <a:solidFill>
            <a:srgbClr val="1E2428"/>
          </a:solidFill>
        </p:spPr>
      </p:sp>
      <p:sp>
        <p:nvSpPr>
          <p:cNvPr id="14" name="Text 12"/>
          <p:cNvSpPr/>
          <p:nvPr/>
        </p:nvSpPr>
        <p:spPr>
          <a:xfrm>
            <a:off x="8229600" y="1965960"/>
            <a:ext cx="31363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Add User to Group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2423160"/>
            <a:ext cx="3136392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2316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usermod -aG SOC hamida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136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429000"/>
            <a:ext cx="313639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-a</a:t>
            </a:r>
            <a:r>
              <a:rPr lang="en-US" sz="13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=  Append
</a:t>
            </a: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-G</a:t>
            </a:r>
            <a:r>
              <a:rPr lang="en-US" sz="13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=  Group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 — FILE OWNERSHIP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 Ownership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WHAT IS FILE OWNERSHIP?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 file ke 2 owners hote hain: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E2428"/>
          </a:solidFill>
        </p:spPr>
      </p:sp>
      <p:sp>
        <p:nvSpPr>
          <p:cNvPr id="8" name="Shape 6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9" name="Text 7"/>
          <p:cNvSpPr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(Owner)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E2428"/>
          </a:solidFill>
        </p:spPr>
      </p:sp>
      <p:sp>
        <p:nvSpPr>
          <p:cNvPr id="12" name="Shape 10"/>
          <p:cNvSpPr/>
          <p:nvPr/>
        </p:nvSpPr>
        <p:spPr>
          <a:xfrm>
            <a:off x="822960" y="3063240"/>
            <a:ext cx="365760" cy="36576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3" name="Text 1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hamida  (owner)      SOC  (group)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CHECK FILE OWNERSHIP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011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ls -l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output: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88036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8803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-rw-r--r-- 1 hamida SOC 250 Aug 3 notes.txt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hamida</a:t>
            </a: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Owner
</a:t>
            </a: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SOC</a:t>
            </a:r>
            <a:r>
              <a:rPr lang="en-US" sz="14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Group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 — FILE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 Permissions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Linux me 3 tarah ke users hote hain, aur 3 tarah ki permissions hoti hain.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7" name="Text 5"/>
          <p:cNvSpPr/>
          <p:nvPr/>
        </p:nvSpPr>
        <p:spPr>
          <a:xfrm>
            <a:off x="548640" y="196596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9" name="Text 7"/>
          <p:cNvSpPr/>
          <p:nvPr/>
        </p:nvSpPr>
        <p:spPr>
          <a:xfrm>
            <a:off x="4160520" y="196596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0" y="19659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11" name="Text 9"/>
          <p:cNvSpPr/>
          <p:nvPr/>
        </p:nvSpPr>
        <p:spPr>
          <a:xfrm>
            <a:off x="7772400" y="196596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(r)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60520" y="306324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306324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Write (w)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306324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06324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Execute (x)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Diagram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91E21"/>
          </a:solidFill>
          <a:ln w="12700">
            <a:solidFill>
              <a:srgbClr val="2E34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262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rwx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60520" y="43434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91E21"/>
          </a:solidFill>
          <a:ln w="12700">
            <a:solidFill>
              <a:srgbClr val="2E34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5262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89204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r-x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772400" y="43434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91E21"/>
          </a:solidFill>
          <a:ln w="12700">
            <a:solidFill>
              <a:srgbClr val="2E34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5262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r--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 — FILE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13. Meaning of Permissions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428"/>
          </a:solidFill>
        </p:spPr>
      </p:sp>
      <p:sp>
        <p:nvSpPr>
          <p:cNvPr id="6" name="Shape 4"/>
          <p:cNvSpPr/>
          <p:nvPr/>
        </p:nvSpPr>
        <p:spPr>
          <a:xfrm>
            <a:off x="891540" y="2057400"/>
            <a:ext cx="685800" cy="6858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7" name="Text 5"/>
          <p:cNvSpPr/>
          <p:nvPr/>
        </p:nvSpPr>
        <p:spPr>
          <a:xfrm>
            <a:off x="891540" y="205740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(r)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ko dekh sakte hain.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2171700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1717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 file.txt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428"/>
          </a:solidFill>
        </p:spPr>
      </p:sp>
      <p:sp>
        <p:nvSpPr>
          <p:cNvPr id="13" name="Shape 11"/>
          <p:cNvSpPr/>
          <p:nvPr/>
        </p:nvSpPr>
        <p:spPr>
          <a:xfrm>
            <a:off x="891540" y="3703320"/>
            <a:ext cx="685800" cy="6858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4" name="Text 12"/>
          <p:cNvSpPr/>
          <p:nvPr/>
        </p:nvSpPr>
        <p:spPr>
          <a:xfrm>
            <a:off x="891540" y="370332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35204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(w)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edit kar sakte hain.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817620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8176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nano file.txt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428"/>
          </a:solidFill>
        </p:spPr>
      </p:sp>
      <p:sp>
        <p:nvSpPr>
          <p:cNvPr id="20" name="Shape 18"/>
          <p:cNvSpPr/>
          <p:nvPr/>
        </p:nvSpPr>
        <p:spPr>
          <a:xfrm>
            <a:off x="891540" y="5349240"/>
            <a:ext cx="685800" cy="6858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1" name="Text 19"/>
          <p:cNvSpPr/>
          <p:nvPr/>
        </p:nvSpPr>
        <p:spPr>
          <a:xfrm>
            <a:off x="891540" y="534924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828800" y="51663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(x)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5669280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ya script run kar sakte hain.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5463540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54635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./script.sh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 — FILE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14. View Permissions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ls -l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2316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-rwxr-xr--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Breakdown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rwx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36576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74904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31720" y="425196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36576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74904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r--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0" y="4251960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E2428"/>
          </a:solidFill>
        </p:spPr>
      </p:sp>
      <p:sp>
        <p:nvSpPr>
          <p:cNvPr id="22" name="Text 20"/>
          <p:cNvSpPr/>
          <p:nvPr/>
        </p:nvSpPr>
        <p:spPr>
          <a:xfrm>
            <a:off x="6629400" y="1965960"/>
            <a:ext cx="1645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196596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Read, Write, Execute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278892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E2428"/>
          </a:solidFill>
        </p:spPr>
      </p:sp>
      <p:sp>
        <p:nvSpPr>
          <p:cNvPr id="25" name="Text 23"/>
          <p:cNvSpPr/>
          <p:nvPr/>
        </p:nvSpPr>
        <p:spPr>
          <a:xfrm>
            <a:off x="6629400" y="2788920"/>
            <a:ext cx="1645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278892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Read, Execute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36118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E2428"/>
          </a:solidFill>
        </p:spPr>
      </p:sp>
      <p:sp>
        <p:nvSpPr>
          <p:cNvPr id="28" name="Text 26"/>
          <p:cNvSpPr/>
          <p:nvPr/>
        </p:nvSpPr>
        <p:spPr>
          <a:xfrm>
            <a:off x="6629400" y="3611880"/>
            <a:ext cx="1645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Others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361188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only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 — NUMERIC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15. Numeric Permission Values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6" name="Text 4"/>
          <p:cNvSpPr/>
          <p:nvPr/>
        </p:nvSpPr>
        <p:spPr>
          <a:xfrm>
            <a:off x="822960" y="164592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64592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9" name="Text 7"/>
          <p:cNvSpPr/>
          <p:nvPr/>
        </p:nvSpPr>
        <p:spPr>
          <a:xfrm>
            <a:off x="4526280" y="164592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164592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955280" y="16459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E2428"/>
          </a:solidFill>
        </p:spPr>
      </p:sp>
      <p:sp>
        <p:nvSpPr>
          <p:cNvPr id="12" name="Text 10"/>
          <p:cNvSpPr/>
          <p:nvPr/>
        </p:nvSpPr>
        <p:spPr>
          <a:xfrm>
            <a:off x="8229600" y="164592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0" y="164592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combinations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1868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rwx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993392" y="310896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321868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993392" y="397764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rw-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38144" y="310896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1868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38144" y="397764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r-x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82896" y="310896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1868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82896" y="397764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r--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2744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-wx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93392" y="461772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472744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993392" y="548640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-w-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438144" y="461772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472744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3438144" y="548640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--x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82896" y="4617720"/>
            <a:ext cx="1316736" cy="1371600"/>
          </a:xfrm>
          <a:prstGeom prst="roundRect">
            <a:avLst>
              <a:gd name="adj" fmla="val 6944"/>
            </a:avLst>
          </a:prstGeom>
          <a:solidFill>
            <a:srgbClr val="191E21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4727448"/>
            <a:ext cx="13167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882896" y="5486400"/>
            <a:ext cx="1316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---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 — CHMOD 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16. chmod — Change Mode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Form: </a:t>
            </a:r>
            <a:r>
              <a:rPr lang="en-US" sz="14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574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permissions filename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0" name="Text 8"/>
          <p:cNvSpPr/>
          <p:nvPr/>
        </p:nvSpPr>
        <p:spPr>
          <a:xfrm>
            <a:off x="685800" y="265176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5176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777 notes.txt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651760"/>
            <a:ext cx="6126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 → rwx   Group → rwx   Others → rwx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4" name="Text 12"/>
          <p:cNvSpPr/>
          <p:nvPr/>
        </p:nvSpPr>
        <p:spPr>
          <a:xfrm>
            <a:off x="685800" y="356616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755 script.sh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66160"/>
            <a:ext cx="6126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 → rwx   Group → r-x   Others → r-x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8" name="Text 16"/>
          <p:cNvSpPr/>
          <p:nvPr/>
        </p:nvSpPr>
        <p:spPr>
          <a:xfrm>
            <a:off x="685800" y="448056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48056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644 notes.txt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4480560"/>
            <a:ext cx="6126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 → rw-   Group → r--   Others → r--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22" name="Text 20"/>
          <p:cNvSpPr/>
          <p:nvPr/>
        </p:nvSpPr>
        <p:spPr>
          <a:xfrm>
            <a:off x="685800" y="539496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539496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4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600 secret.txt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5394960"/>
            <a:ext cx="6126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 → rw-   Group → ---   Others → ---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 — CHMOD 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17. Symbolic chmod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Execute Permission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12140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214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+x script.sh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10" name="Text 8"/>
          <p:cNvSpPr/>
          <p:nvPr/>
        </p:nvSpPr>
        <p:spPr>
          <a:xfrm>
            <a:off x="4526280" y="1691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Write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12140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1214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-w file.txt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14" name="Text 12"/>
          <p:cNvSpPr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Only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212140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1214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u+x script.sh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18" name="Text 16"/>
          <p:cNvSpPr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53872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53872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g+w file.txt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971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22" name="Text 20"/>
          <p:cNvSpPr/>
          <p:nvPr/>
        </p:nvSpPr>
        <p:spPr>
          <a:xfrm>
            <a:off x="4526280" y="31089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353872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53872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o-r file.txt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2971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E2428"/>
          </a:solidFill>
        </p:spPr>
      </p:sp>
      <p:sp>
        <p:nvSpPr>
          <p:cNvPr id="26" name="Text 24"/>
          <p:cNvSpPr/>
          <p:nvPr/>
        </p:nvSpPr>
        <p:spPr>
          <a:xfrm>
            <a:off x="8275320" y="31089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3538728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353872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2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a+x script.sh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251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Symbols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1772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  </a:t>
            </a: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User (Owner)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91840" y="461772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61772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  </a:t>
            </a: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Group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35040" y="461772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61772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 </a:t>
            </a: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Others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78240" y="461772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617720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 </a:t>
            </a: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All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 — CHOWN &amp; CHGRP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18–20. chown &amp; chgrp Commands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 CHOWN — CHANGE OWNER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owner filename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hamida notes.txt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 Change Owner &amp; Group Together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hamida:SOC notes.txt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94960" cy="411480"/>
          </a:xfrm>
          <a:prstGeom prst="roundRect">
            <a:avLst>
              <a:gd name="adj" fmla="val 15556"/>
            </a:avLst>
          </a:prstGeom>
          <a:solidFill>
            <a:srgbClr val="191E21"/>
          </a:solidFill>
          <a:ln w="9525">
            <a:solidFill>
              <a:srgbClr val="2E3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5262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 = hamida     Group = SOC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 CHGRP — CHANGE GROUP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change karne ke liye.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51460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5146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chgrp SOC notes.txt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 — RECURSIVE CHANGES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21. Recursive Permission Change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Folder aur uske andar ki tamam files ki permissions/ownership change karne ke liye: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1E2428"/>
          </a:solidFill>
        </p:spPr>
      </p:sp>
      <p:sp>
        <p:nvSpPr>
          <p:cNvPr id="7" name="Shape 5"/>
          <p:cNvSpPr/>
          <p:nvPr/>
        </p:nvSpPr>
        <p:spPr>
          <a:xfrm>
            <a:off x="2811780" y="2560320"/>
            <a:ext cx="822960" cy="82296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8" name="Text 6"/>
          <p:cNvSpPr/>
          <p:nvPr/>
        </p:nvSpPr>
        <p:spPr>
          <a:xfrm>
            <a:off x="2811780" y="256032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416052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1605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-R 755 Projects/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1E2428"/>
          </a:solidFill>
        </p:spPr>
      </p:sp>
      <p:sp>
        <p:nvSpPr>
          <p:cNvPr id="13" name="Shape 11"/>
          <p:cNvSpPr/>
          <p:nvPr/>
        </p:nvSpPr>
        <p:spPr>
          <a:xfrm>
            <a:off x="8481060" y="2560320"/>
            <a:ext cx="822960" cy="82296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4" name="Text 12"/>
          <p:cNvSpPr/>
          <p:nvPr/>
        </p:nvSpPr>
        <p:spPr>
          <a:xfrm>
            <a:off x="8481060" y="256032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6217920" y="3611880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75120" y="416052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252B30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41605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CF1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-R hamida:SOC Projects/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 —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22. Common Permission Examples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F7A3B"/>
          </a:solidFill>
        </p:spPr>
      </p:sp>
      <p:sp>
        <p:nvSpPr>
          <p:cNvPr id="6" name="Text 4"/>
          <p:cNvSpPr/>
          <p:nvPr/>
        </p:nvSpPr>
        <p:spPr>
          <a:xfrm>
            <a:off x="822960" y="169164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916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428"/>
          </a:solidFill>
        </p:spPr>
      </p:sp>
      <p:sp>
        <p:nvSpPr>
          <p:cNvPr id="9" name="Text 7"/>
          <p:cNvSpPr/>
          <p:nvPr/>
        </p:nvSpPr>
        <p:spPr>
          <a:xfrm>
            <a:off x="822960" y="2286000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777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has full permissions (unsafe)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91E21"/>
          </a:solidFill>
        </p:spPr>
      </p:sp>
      <p:sp>
        <p:nvSpPr>
          <p:cNvPr id="12" name="Text 10"/>
          <p:cNvSpPr/>
          <p:nvPr/>
        </p:nvSpPr>
        <p:spPr>
          <a:xfrm>
            <a:off x="822960" y="3172968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755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3172968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full, Group &amp; Others read + execute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428"/>
          </a:solidFill>
        </p:spPr>
      </p:sp>
      <p:sp>
        <p:nvSpPr>
          <p:cNvPr id="15" name="Text 13"/>
          <p:cNvSpPr/>
          <p:nvPr/>
        </p:nvSpPr>
        <p:spPr>
          <a:xfrm>
            <a:off x="822960" y="4059936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26080" y="4059936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Sirf owner ke paas full permissions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94690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91E21"/>
          </a:solidFill>
        </p:spPr>
      </p:sp>
      <p:sp>
        <p:nvSpPr>
          <p:cNvPr id="18" name="Text 16"/>
          <p:cNvSpPr/>
          <p:nvPr/>
        </p:nvSpPr>
        <p:spPr>
          <a:xfrm>
            <a:off x="822960" y="4946904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644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26080" y="4946904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read/write, baqi sirf read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83387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428"/>
          </a:solidFill>
        </p:spPr>
      </p:sp>
      <p:sp>
        <p:nvSpPr>
          <p:cNvPr id="21" name="Text 19"/>
          <p:cNvSpPr/>
          <p:nvPr/>
        </p:nvSpPr>
        <p:spPr>
          <a:xfrm>
            <a:off x="822960" y="5833872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926080" y="5833872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Sirf owner read/write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 — BEST PRACTICES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23. Best Practices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6" name="Shape 4"/>
          <p:cNvSpPr/>
          <p:nvPr/>
        </p:nvSpPr>
        <p:spPr>
          <a:xfrm>
            <a:off x="868680" y="1760220"/>
            <a:ext cx="457200" cy="457200"/>
          </a:xfrm>
          <a:prstGeom prst="ellipse">
            <a:avLst/>
          </a:prstGeom>
          <a:solidFill>
            <a:srgbClr val="5A1E1E"/>
          </a:solidFill>
        </p:spPr>
      </p:sp>
      <p:sp>
        <p:nvSpPr>
          <p:cNvPr id="7" name="Text 5"/>
          <p:cNvSpPr/>
          <p:nvPr/>
        </p:nvSpPr>
        <p:spPr>
          <a:xfrm>
            <a:off x="868680" y="17602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600200"/>
            <a:ext cx="9784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777 avoid karo kyun ke ye security risk hai.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0" name="Shape 8"/>
          <p:cNvSpPr/>
          <p:nvPr/>
        </p:nvSpPr>
        <p:spPr>
          <a:xfrm>
            <a:off x="868680" y="26746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1" name="Text 9"/>
          <p:cNvSpPr/>
          <p:nvPr/>
        </p:nvSpPr>
        <p:spPr>
          <a:xfrm>
            <a:off x="868680" y="26746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514600"/>
            <a:ext cx="9784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Scripts ke liye aksar 755 use hota hai.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4" name="Shape 12"/>
          <p:cNvSpPr/>
          <p:nvPr/>
        </p:nvSpPr>
        <p:spPr>
          <a:xfrm>
            <a:off x="868680" y="35890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5" name="Text 13"/>
          <p:cNvSpPr/>
          <p:nvPr/>
        </p:nvSpPr>
        <p:spPr>
          <a:xfrm>
            <a:off x="868680" y="35890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429000"/>
            <a:ext cx="9784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text files ke liye 644 common hai.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18" name="Shape 16"/>
          <p:cNvSpPr/>
          <p:nvPr/>
        </p:nvSpPr>
        <p:spPr>
          <a:xfrm>
            <a:off x="868680" y="45034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9" name="Text 17"/>
          <p:cNvSpPr/>
          <p:nvPr/>
        </p:nvSpPr>
        <p:spPr>
          <a:xfrm>
            <a:off x="868680" y="45034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343400"/>
            <a:ext cx="9784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Sensitive files (passwords, private keys) ke liye 600 ya 700 use karo.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428"/>
          </a:solidFill>
        </p:spPr>
      </p:sp>
      <p:sp>
        <p:nvSpPr>
          <p:cNvPr id="22" name="Shape 20"/>
          <p:cNvSpPr/>
          <p:nvPr/>
        </p:nvSpPr>
        <p:spPr>
          <a:xfrm>
            <a:off x="868680" y="54178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3" name="Text 21"/>
          <p:cNvSpPr/>
          <p:nvPr/>
        </p:nvSpPr>
        <p:spPr>
          <a:xfrm>
            <a:off x="868680" y="54178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5257800"/>
            <a:ext cx="9784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sudo sirf zarurat par use karo.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whoami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groups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user groups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adduser hani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deluser hani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user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groupadd SOC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group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2569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8056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groupdel SOC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group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usermod -aG SOC hani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user to group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61441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6928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ls -l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permissions &amp; ownership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150876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755 file.sh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permissions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04825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0312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+x file.sh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execute permission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64261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69748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644 file.txt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permissions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23697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29184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hamida file.txt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owner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83133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88620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hamida:SOC file.txt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owner &amp; group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2569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48056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chgrp SOC file.txt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group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502005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507492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chmod -R 755 folder/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permissions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5614416"/>
            <a:ext cx="5440680" cy="0"/>
          </a:xfrm>
          <a:prstGeom prst="line">
            <a:avLst/>
          </a:prstGeom>
          <a:noFill/>
          <a:ln w="6350">
            <a:solidFill>
              <a:srgbClr val="2228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5669280"/>
            <a:ext cx="544068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chown -R hamida:SOC folder/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9B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ownership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A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 —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Interview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6" name="Shape 4"/>
          <p:cNvSpPr/>
          <p:nvPr/>
        </p:nvSpPr>
        <p:spPr>
          <a:xfrm>
            <a:off x="777240" y="1723644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7" name="Text 5"/>
          <p:cNvSpPr/>
          <p:nvPr/>
        </p:nvSpPr>
        <p:spPr>
          <a:xfrm>
            <a:off x="777240" y="172364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whoami command kya karti hai?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10" name="Shape 8"/>
          <p:cNvSpPr/>
          <p:nvPr/>
        </p:nvSpPr>
        <p:spPr>
          <a:xfrm>
            <a:off x="777240" y="2656332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1" name="Text 9"/>
          <p:cNvSpPr/>
          <p:nvPr/>
        </p:nvSpPr>
        <p:spPr>
          <a:xfrm>
            <a:off x="777240" y="26563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487168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me Owner, Group aur Others me kya difference hai?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14" name="Shape 12"/>
          <p:cNvSpPr/>
          <p:nvPr/>
        </p:nvSpPr>
        <p:spPr>
          <a:xfrm>
            <a:off x="777240" y="35890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5" name="Text 13"/>
          <p:cNvSpPr/>
          <p:nvPr/>
        </p:nvSpPr>
        <p:spPr>
          <a:xfrm>
            <a:off x="777240" y="35890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chmod aur chown me kya farq hai?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18" name="Shape 16"/>
          <p:cNvSpPr/>
          <p:nvPr/>
        </p:nvSpPr>
        <p:spPr>
          <a:xfrm>
            <a:off x="777240" y="4521708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19" name="Text 17"/>
          <p:cNvSpPr/>
          <p:nvPr/>
        </p:nvSpPr>
        <p:spPr>
          <a:xfrm>
            <a:off x="777240" y="45217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52544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755, 644 aur 600 permissions ka matlab kya hai?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22" name="Shape 20"/>
          <p:cNvSpPr/>
          <p:nvPr/>
        </p:nvSpPr>
        <p:spPr>
          <a:xfrm>
            <a:off x="777240" y="5454396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3" name="Text 21"/>
          <p:cNvSpPr/>
          <p:nvPr/>
        </p:nvSpPr>
        <p:spPr>
          <a:xfrm>
            <a:off x="777240" y="54543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285232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chmod +x script.sh kya karta hai?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554480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26" name="Shape 24"/>
          <p:cNvSpPr/>
          <p:nvPr/>
        </p:nvSpPr>
        <p:spPr>
          <a:xfrm>
            <a:off x="6400800" y="1723644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27" name="Text 25"/>
          <p:cNvSpPr/>
          <p:nvPr/>
        </p:nvSpPr>
        <p:spPr>
          <a:xfrm>
            <a:off x="6400800" y="172364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1554480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sudo usermod -aG SOC hamida ka kya purpose hai?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487168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30" name="Shape 28"/>
          <p:cNvSpPr/>
          <p:nvPr/>
        </p:nvSpPr>
        <p:spPr>
          <a:xfrm>
            <a:off x="6400800" y="2656332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31" name="Text 29"/>
          <p:cNvSpPr/>
          <p:nvPr/>
        </p:nvSpPr>
        <p:spPr>
          <a:xfrm>
            <a:off x="6400800" y="26563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2487168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 -l command kis information ko show karti hai?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419856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34" name="Shape 32"/>
          <p:cNvSpPr/>
          <p:nvPr/>
        </p:nvSpPr>
        <p:spPr>
          <a:xfrm>
            <a:off x="6400800" y="3589020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35" name="Text 33"/>
          <p:cNvSpPr/>
          <p:nvPr/>
        </p:nvSpPr>
        <p:spPr>
          <a:xfrm>
            <a:off x="6400800" y="35890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419856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chgrp command kis liye use hoti hai?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4352544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38" name="Shape 36"/>
          <p:cNvSpPr/>
          <p:nvPr/>
        </p:nvSpPr>
        <p:spPr>
          <a:xfrm>
            <a:off x="6400800" y="4521708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39" name="Text 37"/>
          <p:cNvSpPr/>
          <p:nvPr/>
        </p:nvSpPr>
        <p:spPr>
          <a:xfrm>
            <a:off x="6400800" y="45217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352544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chmod -R aur chown -R me -R ka kya matlab hai?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5285232"/>
            <a:ext cx="5440680" cy="795528"/>
          </a:xfrm>
          <a:prstGeom prst="roundRect">
            <a:avLst>
              <a:gd name="adj" fmla="val 9195"/>
            </a:avLst>
          </a:prstGeom>
          <a:solidFill>
            <a:srgbClr val="1E2428"/>
          </a:solidFill>
        </p:spPr>
      </p:sp>
      <p:sp>
        <p:nvSpPr>
          <p:cNvPr id="42" name="Shape 40"/>
          <p:cNvSpPr/>
          <p:nvPr/>
        </p:nvSpPr>
        <p:spPr>
          <a:xfrm>
            <a:off x="6400800" y="5454396"/>
            <a:ext cx="457200" cy="457200"/>
          </a:xfrm>
          <a:prstGeom prst="ellipse">
            <a:avLst/>
          </a:prstGeom>
          <a:solidFill>
            <a:srgbClr val="1F7A3B"/>
          </a:solidFill>
        </p:spPr>
      </p:sp>
      <p:sp>
        <p:nvSpPr>
          <p:cNvPr id="43" name="Text 41"/>
          <p:cNvSpPr/>
          <p:nvPr/>
        </p:nvSpPr>
        <p:spPr>
          <a:xfrm>
            <a:off x="6400800" y="54543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40880" y="5285232"/>
            <a:ext cx="438912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ke liye 777 permission kyun avoid karni chahiye?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5193</Words>
  <Application>WPS Presentation</Application>
  <PresentationFormat>On-screen Show (16:9)</PresentationFormat>
  <Paragraphs>656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Courier New</vt:lpstr>
      <vt:lpstr>Courier New</vt:lpstr>
      <vt:lpstr>Courier New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hamida majeed</cp:lastModifiedBy>
  <cp:revision>2</cp:revision>
  <dcterms:created xsi:type="dcterms:W3CDTF">2026-08-03T11:44:00Z</dcterms:created>
  <dcterms:modified xsi:type="dcterms:W3CDTF">2026-08-03T06:17:59Z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37B3D6D6961C4922B822393743DFABDE_12</vt:lpwstr>
  </property>
  <property fmtid="{D5CDD505-2E9C-101B-9397-08002B2CF9AE}" pid="3" name="KSOProductBuildVer">
    <vt:lpwstr>2057-12.2.0.23206</vt:lpwstr>
  </property>
</Properties>
</file>