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1280160" cy="822960"/>
          </a:xfrm>
          <a:prstGeom prst="line">
            <a:avLst/>
          </a:prstGeom>
          <a:noFill/>
          <a:ln w="19050">
            <a:solidFill>
              <a:srgbClr val="1F6F8B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17152" y="1170432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9217152" y="11704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97312" y="1993392"/>
            <a:ext cx="219456" cy="21945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10497312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59952" y="2633472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8759952" y="26334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771632" y="3547872"/>
            <a:ext cx="219456" cy="21945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0" name="Text 8"/>
          <p:cNvSpPr/>
          <p:nvPr/>
        </p:nvSpPr>
        <p:spPr>
          <a:xfrm>
            <a:off x="10771632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00032" y="4187952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9400032" y="41879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flipV="1">
            <a:off x="8869680" y="2743200"/>
            <a:ext cx="1737360" cy="914400"/>
          </a:xfrm>
          <a:prstGeom prst="line">
            <a:avLst/>
          </a:prstGeom>
          <a:noFill/>
          <a:ln w="19050">
            <a:solidFill>
              <a:srgbClr val="1F6F8B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743200"/>
            <a:ext cx="2011680" cy="1554480"/>
          </a:xfrm>
          <a:prstGeom prst="line">
            <a:avLst/>
          </a:prstGeom>
          <a:noFill/>
          <a:ln w="19050">
            <a:solidFill>
              <a:srgbClr val="1F6F8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2103120"/>
            <a:ext cx="1371600" cy="2194560"/>
          </a:xfrm>
          <a:prstGeom prst="line">
            <a:avLst/>
          </a:prstGeom>
          <a:noFill/>
          <a:ln w="19050">
            <a:solidFill>
              <a:srgbClr val="1F6F8B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· DAY 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networks, why they matter, and the devices that make them work.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1828800"/>
          </a:xfrm>
          <a:prstGeom prst="roundRect">
            <a:avLst>
              <a:gd name="adj" fmla="val 4500"/>
            </a:avLst>
          </a:prstGeom>
          <a:solidFill>
            <a:srgbClr val="F0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is a group of interconnected devices that communicate and share resources.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226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69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Wi-Fi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40690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2263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4069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Network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226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74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Computer Lab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507492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2263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5074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914" cy="100584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926080"/>
            <a:ext cx="1005840" cy="36576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3291840"/>
            <a:ext cx="1005840" cy="64008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291840"/>
            <a:ext cx="914" cy="118872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291840"/>
            <a:ext cx="1005840" cy="64008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926080"/>
            <a:ext cx="1005840" cy="36576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208483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3" name="Text 21"/>
          <p:cNvSpPr/>
          <p:nvPr/>
        </p:nvSpPr>
        <p:spPr>
          <a:xfrm>
            <a:off x="885139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57232" y="272491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5" name="Text 23"/>
          <p:cNvSpPr/>
          <p:nvPr/>
        </p:nvSpPr>
        <p:spPr>
          <a:xfrm>
            <a:off x="9857232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857232" y="373075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7" name="Text 25"/>
          <p:cNvSpPr/>
          <p:nvPr/>
        </p:nvSpPr>
        <p:spPr>
          <a:xfrm>
            <a:off x="9857232" y="3730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851392" y="427939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29" name="Text 27"/>
          <p:cNvSpPr/>
          <p:nvPr/>
        </p:nvSpPr>
        <p:spPr>
          <a:xfrm>
            <a:off x="8851392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845552" y="373075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31" name="Text 29"/>
          <p:cNvSpPr/>
          <p:nvPr/>
        </p:nvSpPr>
        <p:spPr>
          <a:xfrm>
            <a:off x="7845552" y="3730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845552" y="2724912"/>
            <a:ext cx="402336" cy="402336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33" name="Text 31"/>
          <p:cNvSpPr/>
          <p:nvPr/>
        </p:nvSpPr>
        <p:spPr>
          <a:xfrm>
            <a:off x="7845552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778240" y="3017520"/>
            <a:ext cx="548640" cy="54864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Networks are Important?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194560"/>
            <a:ext cx="640080" cy="64008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6" name="Text 4"/>
          <p:cNvSpPr/>
          <p:nvPr/>
        </p:nvSpPr>
        <p:spPr>
          <a:xfrm>
            <a:off x="1271016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75304" y="2194560"/>
            <a:ext cx="640080" cy="64008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0" name="Text 8"/>
          <p:cNvSpPr/>
          <p:nvPr/>
        </p:nvSpPr>
        <p:spPr>
          <a:xfrm>
            <a:off x="3575304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62656" y="320040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Resources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57216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79592" y="2194560"/>
            <a:ext cx="640080" cy="64008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5879592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66944" y="320040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61504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2194560"/>
            <a:ext cx="640080" cy="64008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71232" y="320040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65792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88168" y="2194560"/>
            <a:ext cx="640080" cy="64008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88168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0" y="320040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11" name="Text 9"/>
          <p:cNvSpPr/>
          <p:nvPr/>
        </p:nvSpPr>
        <p:spPr>
          <a:xfrm>
            <a:off x="6163056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WLAN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54496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61704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Area Network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850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55848" y="35204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36850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47288" y="4389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5204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0F6F7"/>
          </a:solidFill>
          <a:ln/>
        </p:spPr>
      </p:sp>
      <p:sp>
        <p:nvSpPr>
          <p:cNvPr id="23" name="Text 21"/>
          <p:cNvSpPr/>
          <p:nvPr/>
        </p:nvSpPr>
        <p:spPr>
          <a:xfrm>
            <a:off x="6163056" y="36850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54496" y="4389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Area Network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75895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— Personal Area Network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309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1–10 meters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personal devices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Bluetooth or USB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78040" y="1783080"/>
            <a:ext cx="4434840" cy="3566160"/>
          </a:xfrm>
          <a:prstGeom prst="roundRect">
            <a:avLst>
              <a:gd name="adj" fmla="val 2308"/>
            </a:avLst>
          </a:prstGeom>
          <a:solidFill>
            <a:srgbClr val="12263A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2423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↔ Smartwatch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↔ Earbuds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 &amp; WLAN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area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Ethernet cables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Home, School, Office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2263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LAN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Wi-Fi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mobility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&amp; 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multiple LANs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universities and campuses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2263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an entire city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multiple organizations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 &amp; GAN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countries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branch offices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2263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network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Internet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9848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Branches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0F6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Communication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666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88536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885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Data Transfer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9103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910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Collaboration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2263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2423160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3044952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3666744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3666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Required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4288536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42885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37960" y="4910328"/>
            <a:ext cx="365760" cy="36576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4910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Range (Some Networks)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Devices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used to connect devices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communication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and resources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&amp; Switch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different networks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data packets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LAN to Internet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devices in a LAN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 address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secure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&amp; Bridge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data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secure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LAN segments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traffic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Modem &amp; Access 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ISP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Internet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0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Point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Wi-Fi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wireless coverage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Network Devices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011680"/>
            <a:ext cx="822960" cy="82296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traffic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malicious traffic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network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65676" y="2011680"/>
            <a:ext cx="822960" cy="82296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11" name="Text 9"/>
          <p:cNvSpPr/>
          <p:nvPr/>
        </p:nvSpPr>
        <p:spPr>
          <a:xfrm>
            <a:off x="4265676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65576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356616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signals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172" y="2011680"/>
            <a:ext cx="822960" cy="82296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16" name="Text 14"/>
          <p:cNvSpPr/>
          <p:nvPr/>
        </p:nvSpPr>
        <p:spPr>
          <a:xfrm>
            <a:off x="7091172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91072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28232" y="356616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different networks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916668" y="2011680"/>
            <a:ext cx="822960" cy="822960"/>
          </a:xfrm>
          <a:prstGeom prst="ellipse">
            <a:avLst/>
          </a:prstGeom>
          <a:solidFill>
            <a:srgbClr val="12263A"/>
          </a:solidFill>
          <a:ln/>
        </p:spPr>
      </p:sp>
      <p:sp>
        <p:nvSpPr>
          <p:cNvPr id="21" name="Text 19"/>
          <p:cNvSpPr/>
          <p:nvPr/>
        </p:nvSpPr>
        <p:spPr>
          <a:xfrm>
            <a:off x="991666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16568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53728" y="356616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 computer to the network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4572000"/>
        </p:xfrm>
        <a:graphic>
          <a:graphicData uri="http://schemas.openxmlformats.org/drawingml/2006/table">
            <a:tbl>
              <a:tblPr/>
              <a:tblGrid>
                <a:gridCol w="3200400"/>
                <a:gridCol w="7498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different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devices in a 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Broadcasts data to all devices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 the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Wi-Fi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the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Boosts network signals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LAN segments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different networks/protocols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a device to the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2026-07-26T13:15:26Z</dcterms:created>
  <dcterms:modified xsi:type="dcterms:W3CDTF">2026-07-26T13:15:26Z</dcterms:modified>
</cp:coreProperties>
</file>