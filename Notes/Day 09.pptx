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09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Ports &amp; Protocols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talk, which door they use, and why SOC analysts watch every one of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011680" cy="0"/>
          </a:xfrm>
          <a:prstGeom prst="line">
            <a:avLst/>
          </a:prstGeom>
          <a:noFill/>
          <a:ln w="3175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Prep  ·  CompTIA Security+  ·  Cisco CCNA Basics  ·  90-Day Blue Team Roadmap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Port?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logical communication endpoint on a device. It allows different network services to communicate over the same IP address.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Device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Service / 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ports, a computer wouldn't know which application should receive incoming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148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192.168.1.10:80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858000" y="2880360"/>
            <a:ext cx="4206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on the network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3794760"/>
            <a:ext cx="457200" cy="45720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(HTTP)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being requested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5262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IP address as a building, and the port as the specific door you knock 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Protocol?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set of rules that devices follow to communicate over a network.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078992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2468880"/>
            <a:ext cx="1078992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4688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468880"/>
            <a:ext cx="1078992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4688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68880"/>
            <a:ext cx="1078992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24688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2468880"/>
            <a:ext cx="1078992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46888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57784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Language
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Door Number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PROTOCOLS MATTER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devices only understand each other if they speak the same protocol — the same agreed rules for formatting, sending, and confirming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3246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784080" y="3246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92440" y="3657600"/>
            <a:ext cx="1645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7724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protocol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4434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and Device B can exchange data only when both follow the same protocol rules.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Well-Known Ports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port-to-protocol map every analyst memorizes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5720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649224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20 / 21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FTP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File Transfer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SSH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Secure Remote Login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SMTP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Send Email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53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DNS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Domain Name Resolution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HTTP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Website (Not Secure)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POP3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Receive Email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IMAP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Receive Email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443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HTTPS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Secure Website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445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SMB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File Sharing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3389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RDP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Remote Desktop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Ports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(DATA / CONTROL)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files between a laptop and an FTP server — used for uploading files, downloading files, and website hosting.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files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files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9959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ALTERNATIVE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(over SSH)  or  FTPS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54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17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 FTP sends username, password, and files in plain text — hackers can capture them.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· Port 20 / 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access another computer remotely. Example command: ssh user@192.168.1.10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server management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administration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command execution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(SCP / SFTP)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1788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✓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✓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· Port 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domain names into IP addresses. Example: google.com → 142.250.xx.xx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(most queries)   ·   TCP (zone transfer &amp; large responses)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7216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need to remember every website's IP address.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Port 53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webpages between a browser and a website.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Website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54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 Everything is sent in plain text — attackers can intercept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Port 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 Secure  —  HTTP + SSL/TLS Encryption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✓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✓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Banking ✓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 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 https://  instead of  http://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HTTPS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93392"/>
          <a:ext cx="548640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4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Port 80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Port 443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Not Secure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Secure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No Encryption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Encrypted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Easy to Sniff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D"/>
                          </a:solidFill>
                        </a:rPr>
                        <a:t>Difficult to Sniff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Port 443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Message Block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and printer sharing. Example flow: Office PC → Shared Folder.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printers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drives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54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Security Risk: Many ransomware attacks (like WannaCry) exploited SMB vulnerabilities.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· Port 445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another computer remotely using its graphical desktop. Example flow: Admin PC → Office Computer.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Management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9959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✓   MFA ✓   VPN 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54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17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Risk: Weak passwords can lead to brute-force attacks.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· Port 3389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SMTP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Mail Transfer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emails. SMTP only sends emails.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COMMON 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 (SMTPS)   ·   587 (Submission)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7216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 →  SMTP Server  →  Recipient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· Port 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932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Office Protocol Version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3480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66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3A44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emails. POP3 downloads emails to your device and often removes them from the server.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7216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· Port 110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0D4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7048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Message Access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0" y="548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/ SECURE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9264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 / 993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emails while keeping them on the mail server.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across multiple devices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phone and laptop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synchronization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vs IMAP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93392"/>
          <a:ext cx="54864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POP3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IMAP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Downloads emails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Keeps emails on server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Single device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Multiple devices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Limited synchronization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</a:rPr>
                        <a:t>Full synchronization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126480" y="43434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5080" y="4343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is a one-way download; IMAP keeps everything synced live on the server across all your devices.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· Port 143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message travels from sender to receiver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90088" y="2834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00D4E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90088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64608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57216" y="2834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31736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24344" y="2834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00D4E8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24344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/ IMAP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98864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91472" y="2834640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91472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leave the sender through SMTP, land on a mail server, and are retrieved by the receiver using either POP3 (download) or IMAP (sync).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 number falls into one of three ranges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– 1023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06324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Ports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common, standardized services (HTTP, FTP, SSH, DNS, etc.)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103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1024 – 49151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90872" y="2880360"/>
            <a:ext cx="306324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Ports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3657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specific applications registered with IANA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84464" y="182880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58784" y="2103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49152 – 65535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558784" y="2880360"/>
            <a:ext cx="306324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Ephemeral Ports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58784" y="36576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used by client applications for outgoing connections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Categories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Perspective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 Analyst monitors these ports because attackers frequently target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9222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2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6916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FTP Access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596896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968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963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0156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300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2062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10565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Exploits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50109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010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9103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Malware Traffic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79222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792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16916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Exploits (WannaCry)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2496312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596896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5968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24963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Brute Force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3300984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40156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3300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Spoofing / Spam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4105656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42062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06640" y="410565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4910328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50109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8544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010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06640" y="49103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Attacks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Perspective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checking ports from the command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active ports.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75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application is using each port.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telnet google.com 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43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connectivity to port 80.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google.com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12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17373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listening ports.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-tuln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3575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active ports.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localhost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443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open ports.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Commands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 (1–4)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interview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4708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securely replaces FTP?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(or FTPS)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8152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is used for secure remote login?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(Port 22)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315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297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converts domain names into IP addresses?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(Port 53)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55040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5321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HTTP and HTTPS?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uses SSL/TLS encryption (Port 443), while HTTP is unencrypted (Port 80).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(1–4)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 (5–8)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interview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4708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is used for Windows file sharing?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(Port 445)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8152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allows remote desktop access?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(Port 3389)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315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297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protocol sends emails?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55040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5321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POP3 and IMAP?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downloads emails to the device, while IMAP keeps emails on the server and synchronizes across devices.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(5–8)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09 Quick Revision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The full port-to-protocol cheat sheet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49224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</a:rPr>
                        <a:t>PROTOCOL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E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20/21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File Transfer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SSH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Secure Remote Login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SMTP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Send Email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DNS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53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Name Resolution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Web Browsing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POP3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Receive Email (Download)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IMAP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Receive Email (Sync)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HTTPS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443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Secure Web Browsing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SMB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445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Windows File Sharing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RDP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3389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Remote Desktop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4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FOR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Analyst Interviews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notes cover CompTIA Security+, Cisco CCNA basics, and your 90-day Blue Team roadmap.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2523744" cy="54864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41148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Interviews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3864" y="4114800"/>
            <a:ext cx="2043684" cy="54864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83864" y="4114800"/>
            <a:ext cx="2043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Security+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56148" y="4114800"/>
            <a:ext cx="2043684" cy="54864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56148" y="4114800"/>
            <a:ext cx="2043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CCNA Basics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4114800"/>
            <a:ext cx="2715768" cy="54864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28432" y="411480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Blue Team Roadmap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10 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2872" y="6446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· Common Ports &amp; Protocols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2026-07-31T17:05:35Z</dcterms:created>
  <dcterms:modified xsi:type="dcterms:W3CDTF">2026-07-31T17:05:35Z</dcterms:modified>
</cp:coreProperties>
</file>