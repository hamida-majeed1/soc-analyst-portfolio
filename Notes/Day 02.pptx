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05840"/>
            <a:ext cx="3840480" cy="3840480"/>
          </a:xfrm>
          <a:prstGeom prst="ellipse">
            <a:avLst/>
          </a:prstGeom>
          <a:solidFill>
            <a:srgbClr val="1E33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FUNDAMENTALS · DAY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Teams, SOC Operations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Malware Basics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41248" y="4434840"/>
            <a:ext cx="5029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17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defense · Red Team offense · Purple Team collaboration · SOC roles · Incident response · Malware essentials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46920" y="2377440"/>
            <a:ext cx="1920240" cy="19202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9" name="Image 0" descr="/home/claude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6551" y="2627071"/>
            <a:ext cx="1420978" cy="1420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502920"/>
            <a:ext cx="868680" cy="86868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5" name="Image 0" descr="/home/claud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528" y="61584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33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434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Team protects an organization's computers, networks and data from cyberattacks.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473452"/>
            <a:ext cx="402336" cy="402336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2" name="Image 1" descr="/home/claude/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624" y="2525756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3952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security alerts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961120" y="233172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098280" y="2473452"/>
            <a:ext cx="402336" cy="402336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6" name="Image 2" descr="/home/claude/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0584" y="2525756"/>
            <a:ext cx="297729" cy="2977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82912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attacks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52160" y="320040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89320" y="3342132"/>
            <a:ext cx="402336" cy="402336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20" name="Image 3" descr="/home/claude/icons/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624" y="3394436"/>
            <a:ext cx="297729" cy="2977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3952" y="3200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incidents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961120" y="320040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098280" y="3342132"/>
            <a:ext cx="402336" cy="402336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24" name="Image 4" descr="/home/claude/icons/che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0584" y="3394436"/>
            <a:ext cx="297729" cy="29772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82912" y="3200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threats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852160" y="406908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989320" y="4210812"/>
            <a:ext cx="402336" cy="402336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28" name="Image 5" descr="/home/claude/icons/chec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1624" y="4263116"/>
            <a:ext cx="297729" cy="29772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73952" y="4069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vulnerabilities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961120" y="406908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098280" y="4210812"/>
            <a:ext cx="402336" cy="402336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32" name="Image 6" descr="/home/claude/icons/check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0584" y="4263116"/>
            <a:ext cx="297729" cy="29772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582912" y="4069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systems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Security Teams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0764" y="22219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6" name="Image 0" descr="/home/claude/icons/tool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597" y="2302825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10712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02836" y="22219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0" name="Image 1" descr="/home/claude/icons/tool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69" y="2302825"/>
            <a:ext cx="460126" cy="4601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72784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64908" y="22219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4" name="Image 2" descr="/home/claude/icons/tool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741" y="2302825"/>
            <a:ext cx="460126" cy="4601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64224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134856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26980" y="22219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8" name="Image 3" descr="/home/claude/icons/too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813" y="2302825"/>
            <a:ext cx="460126" cy="4601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26296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540764" y="40507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22" name="Image 4" descr="/home/claude/icons/tool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597" y="4131625"/>
            <a:ext cx="460126" cy="4601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782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3410712" y="37947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402836" y="40507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26" name="Image 5" descr="/home/claude/icons/tool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669" y="4131625"/>
            <a:ext cx="460126" cy="46012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02152" y="4782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272784" y="37947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64908" y="40507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30" name="Image 6" descr="/home/claude/icons/tool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5741" y="4131625"/>
            <a:ext cx="460126" cy="46012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64224" y="4782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9134856" y="37947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0126980" y="4050792"/>
            <a:ext cx="621792" cy="621792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34" name="Image 7" descr="/home/claude/icons/tool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7813" y="4131625"/>
            <a:ext cx="460126" cy="46012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226296" y="4782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Blue Team Toolkit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240280" cy="7772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30886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6" name="Image 0" descr="/home/claud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2356409"/>
            <a:ext cx="270662" cy="270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2103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44952" y="2103120"/>
            <a:ext cx="1645920" cy="7772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230886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10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229" y="2356409"/>
            <a:ext cx="270662" cy="270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103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46904" y="2103120"/>
            <a:ext cx="1869948" cy="7772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56632" y="230886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14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81" y="2356409"/>
            <a:ext cx="270662" cy="2706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13832" y="2103120"/>
            <a:ext cx="12298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072884" y="2103120"/>
            <a:ext cx="1645920" cy="7772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182612" y="2308860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18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161" y="2356409"/>
            <a:ext cx="270662" cy="2706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39812" y="2103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136392"/>
            <a:ext cx="3104388" cy="7772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8368" y="3342132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22" name="Image 4" descr="/home/clau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389681"/>
            <a:ext cx="270662" cy="2706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15568" y="3136392"/>
            <a:ext cx="24643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909060" y="3136392"/>
            <a:ext cx="2734056" cy="7772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018788" y="3342132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26" name="Image 5" descr="/home/claud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337" y="3389681"/>
            <a:ext cx="270662" cy="270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475988" y="313639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899148" y="3136392"/>
            <a:ext cx="3104388" cy="777240"/>
          </a:xfrm>
          <a:prstGeom prst="roundRect">
            <a:avLst>
              <a:gd name="adj" fmla="val 50000"/>
            </a:avLst>
          </a:prstGeom>
          <a:solidFill>
            <a:srgbClr val="DCE9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008876" y="3342132"/>
            <a:ext cx="365760" cy="36576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30" name="Image 6" descr="/home/claude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6425" y="3389681"/>
            <a:ext cx="270662" cy="27066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66076" y="3136392"/>
            <a:ext cx="24643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Blue Team Skills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tries to log into a company server.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9047" y="2633472"/>
            <a:ext cx="585216" cy="585216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904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suspicious login</a:t>
            </a:r>
            <a:endParaRPr lang="en-US" sz="1400" dirty="0"/>
          </a:p>
        </p:txBody>
      </p:sp>
      <p:pic>
        <p:nvPicPr>
          <p:cNvPr id="10" name="Image 0" descr="/home/claude/icons/arrow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6674" y="412394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9471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5117" y="2633472"/>
            <a:ext cx="585216" cy="585216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6511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57759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attacker</a:t>
            </a:r>
            <a:endParaRPr lang="en-US" sz="1400" dirty="0"/>
          </a:p>
        </p:txBody>
      </p:sp>
      <p:pic>
        <p:nvPicPr>
          <p:cNvPr id="15" name="Image 1" descr="/home/claude/icons/arrow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4123944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4078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11187" y="2633472"/>
            <a:ext cx="585216" cy="585216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1118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42366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logs</a:t>
            </a:r>
            <a:endParaRPr lang="en-US" sz="1400" dirty="0"/>
          </a:p>
        </p:txBody>
      </p:sp>
      <p:pic>
        <p:nvPicPr>
          <p:cNvPr id="20" name="Image 2" descr="/home/claude/icons/arrow_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814" y="4123944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08685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57257" y="2633472"/>
            <a:ext cx="585216" cy="585216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05725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926973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vulnerability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Blue Team Example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502920"/>
            <a:ext cx="868680" cy="8686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/home/claude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528" y="61584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33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434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Team acts like a real hacker with permission to test an organization's security.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473452"/>
            <a:ext cx="402336" cy="402336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12" name="Image 1" descr="/home/claude/icons/check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624" y="2525756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3952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961120" y="233172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098280" y="2473452"/>
            <a:ext cx="402336" cy="402336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16" name="Image 2" descr="/home/claude/icons/check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0584" y="2525756"/>
            <a:ext cx="297729" cy="2977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82912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52160" y="320040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89320" y="3342132"/>
            <a:ext cx="402336" cy="402336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20" name="Image 3" descr="/home/claude/icons/check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624" y="3394436"/>
            <a:ext cx="297729" cy="2977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3952" y="3200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961120" y="320040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098280" y="3342132"/>
            <a:ext cx="402336" cy="402336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24" name="Image 4" descr="/home/claude/icons/check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0584" y="3394436"/>
            <a:ext cx="297729" cy="29772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82912" y="3200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Testing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852160" y="406908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989320" y="4210812"/>
            <a:ext cx="402336" cy="402336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28" name="Image 5" descr="/home/claude/icons/check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1624" y="4263116"/>
            <a:ext cx="297729" cy="29772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73952" y="4069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Attacks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961120" y="406908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098280" y="4210812"/>
            <a:ext cx="402336" cy="402336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32" name="Image 6" descr="/home/claude/icons/check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0584" y="4263116"/>
            <a:ext cx="297729" cy="29772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582912" y="4069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Attacks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Security Teams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0764" y="2221992"/>
            <a:ext cx="621792" cy="621792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6" name="Image 0" descr="/home/claude/icons/tool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597" y="2302825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10712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02836" y="2221992"/>
            <a:ext cx="621792" cy="621792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10" name="Image 1" descr="/home/claude/icons/tool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69" y="2302825"/>
            <a:ext cx="460126" cy="4601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72784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64908" y="2221992"/>
            <a:ext cx="621792" cy="621792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14" name="Image 2" descr="/home/claude/icons/tool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741" y="2302825"/>
            <a:ext cx="460126" cy="4601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64224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134856" y="19659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26980" y="2221992"/>
            <a:ext cx="621792" cy="621792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18" name="Image 3" descr="/home/claude/icons/tool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813" y="2302825"/>
            <a:ext cx="460126" cy="4601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26296" y="2953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540764" y="4050792"/>
            <a:ext cx="621792" cy="621792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22" name="Image 4" descr="/home/claude/icons/tool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597" y="4131625"/>
            <a:ext cx="460126" cy="4601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782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3410712" y="37947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402836" y="4050792"/>
            <a:ext cx="621792" cy="621792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26" name="Image 5" descr="/home/claude/icons/tool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669" y="4131625"/>
            <a:ext cx="460126" cy="46012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02152" y="4782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BloodHound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272784" y="37947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64908" y="4050792"/>
            <a:ext cx="621792" cy="621792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30" name="Image 6" descr="/home/claude/icons/tool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5741" y="4131625"/>
            <a:ext cx="460126" cy="46012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64224" y="4782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CrackMapExec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Red Team Toolkit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857500" cy="777240"/>
          </a:xfrm>
          <a:prstGeom prst="roundRect">
            <a:avLst>
              <a:gd name="adj" fmla="val 50000"/>
            </a:avLst>
          </a:prstGeom>
          <a:solidFill>
            <a:srgbClr val="FBDAD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30886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2356409"/>
            <a:ext cx="270662" cy="270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2103120"/>
            <a:ext cx="22174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62172" y="2103120"/>
            <a:ext cx="2363724" cy="777240"/>
          </a:xfrm>
          <a:prstGeom prst="roundRect">
            <a:avLst>
              <a:gd name="adj" fmla="val 50000"/>
            </a:avLst>
          </a:prstGeom>
          <a:solidFill>
            <a:srgbClr val="FBDAD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71900" y="230886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449" y="2356409"/>
            <a:ext cx="270662" cy="270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29100" y="2103120"/>
            <a:ext cx="1723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81928" y="2103120"/>
            <a:ext cx="2487168" cy="777240"/>
          </a:xfrm>
          <a:prstGeom prst="roundRect">
            <a:avLst>
              <a:gd name="adj" fmla="val 50000"/>
            </a:avLst>
          </a:prstGeom>
          <a:solidFill>
            <a:srgbClr val="FBDAD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91656" y="230886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4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205" y="2356409"/>
            <a:ext cx="270662" cy="2706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48856" y="21031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025128" y="2103120"/>
            <a:ext cx="2487168" cy="777240"/>
          </a:xfrm>
          <a:prstGeom prst="roundRect">
            <a:avLst>
              <a:gd name="adj" fmla="val 50000"/>
            </a:avLst>
          </a:prstGeom>
          <a:solidFill>
            <a:srgbClr val="FBDAD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34856" y="230886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8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405" y="2356409"/>
            <a:ext cx="270662" cy="2706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92056" y="21031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136392"/>
            <a:ext cx="2980944" cy="777240"/>
          </a:xfrm>
          <a:prstGeom prst="roundRect">
            <a:avLst>
              <a:gd name="adj" fmla="val 50000"/>
            </a:avLst>
          </a:prstGeom>
          <a:solidFill>
            <a:srgbClr val="FBDAD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8368" y="3342132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2" name="Image 4" descr="/home/clau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389681"/>
            <a:ext cx="270662" cy="2706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15568" y="3136392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785616" y="3136392"/>
            <a:ext cx="3104388" cy="777240"/>
          </a:xfrm>
          <a:prstGeom prst="roundRect">
            <a:avLst>
              <a:gd name="adj" fmla="val 50000"/>
            </a:avLst>
          </a:prstGeom>
          <a:solidFill>
            <a:srgbClr val="FBDAD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895344" y="3342132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5" descr="/home/claud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2893" y="3389681"/>
            <a:ext cx="270662" cy="270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352544" y="3136392"/>
            <a:ext cx="24643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Red Team Skills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Team simulates a real-world attack end to end.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9047" y="2633472"/>
            <a:ext cx="585216" cy="585216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904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exposed login page</a:t>
            </a:r>
            <a:endParaRPr lang="en-US" sz="1400" dirty="0"/>
          </a:p>
        </p:txBody>
      </p:sp>
      <p:pic>
        <p:nvPicPr>
          <p:cNvPr id="10" name="Image 0" descr="/home/claude/icons/arrow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6674" y="412394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9471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5117" y="2633472"/>
            <a:ext cx="585216" cy="585216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6511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57759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weak password</a:t>
            </a:r>
            <a:endParaRPr lang="en-US" sz="1400" dirty="0"/>
          </a:p>
        </p:txBody>
      </p:sp>
      <p:pic>
        <p:nvPicPr>
          <p:cNvPr id="15" name="Image 1" descr="/home/claude/icons/arrow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4123944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4078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11187" y="2633472"/>
            <a:ext cx="585216" cy="585216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1118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42366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access</a:t>
            </a:r>
            <a:endParaRPr lang="en-US" sz="1400" dirty="0"/>
          </a:p>
        </p:txBody>
      </p:sp>
      <p:pic>
        <p:nvPicPr>
          <p:cNvPr id="20" name="Image 2" descr="/home/claude/icons/arrow_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814" y="4123944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086850" y="2926080"/>
            <a:ext cx="2526030" cy="2651760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57257" y="2633472"/>
            <a:ext cx="585216" cy="585216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057257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9269730" y="3383280"/>
            <a:ext cx="216027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attack path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Red Team Example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Purple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502920"/>
            <a:ext cx="868680" cy="868680"/>
          </a:xfrm>
          <a:prstGeom prst="ellipse">
            <a:avLst/>
          </a:prstGeom>
          <a:solidFill>
            <a:srgbClr val="9D4EDD"/>
          </a:solidFill>
          <a:ln/>
        </p:spPr>
      </p:sp>
      <p:pic>
        <p:nvPicPr>
          <p:cNvPr id="5" name="Image 0" descr="/home/claude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528" y="615848"/>
            <a:ext cx="642823" cy="6428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33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434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Purple Team helps the Red and Blue Teams work together.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473452"/>
            <a:ext cx="402336" cy="402336"/>
          </a:xfrm>
          <a:prstGeom prst="ellipse">
            <a:avLst/>
          </a:prstGeom>
          <a:solidFill>
            <a:srgbClr val="EEDCFA"/>
          </a:solidFill>
          <a:ln/>
        </p:spPr>
      </p:sp>
      <p:pic>
        <p:nvPicPr>
          <p:cNvPr id="12" name="Image 1" descr="/home/claude/icons/check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624" y="2525756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3952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detection rules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961120" y="233172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098280" y="2473452"/>
            <a:ext cx="402336" cy="402336"/>
          </a:xfrm>
          <a:prstGeom prst="ellipse">
            <a:avLst/>
          </a:prstGeom>
          <a:solidFill>
            <a:srgbClr val="EEDCFA"/>
          </a:solidFill>
          <a:ln/>
        </p:spPr>
      </p:sp>
      <p:pic>
        <p:nvPicPr>
          <p:cNvPr id="16" name="Image 2" descr="/home/claude/icons/chec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0584" y="2525756"/>
            <a:ext cx="297729" cy="2977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82912" y="2331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attack techniques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52160" y="320040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89320" y="3342132"/>
            <a:ext cx="402336" cy="402336"/>
          </a:xfrm>
          <a:prstGeom prst="ellipse">
            <a:avLst/>
          </a:prstGeom>
          <a:solidFill>
            <a:srgbClr val="EEDCFA"/>
          </a:solidFill>
          <a:ln/>
        </p:spPr>
      </p:sp>
      <p:pic>
        <p:nvPicPr>
          <p:cNvPr id="20" name="Image 3" descr="/home/claude/icons/che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624" y="3394436"/>
            <a:ext cx="297729" cy="2977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3952" y="3200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security controls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961120" y="320040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098280" y="3342132"/>
            <a:ext cx="402336" cy="402336"/>
          </a:xfrm>
          <a:prstGeom prst="ellipse">
            <a:avLst/>
          </a:prstGeom>
          <a:solidFill>
            <a:srgbClr val="EEDCFA"/>
          </a:solidFill>
          <a:ln/>
        </p:spPr>
      </p:sp>
      <p:pic>
        <p:nvPicPr>
          <p:cNvPr id="24" name="Image 4" descr="/home/claude/icons/check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0584" y="3394436"/>
            <a:ext cx="297729" cy="29772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82912" y="3200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defenses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852160" y="406908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989320" y="4210812"/>
            <a:ext cx="402336" cy="402336"/>
          </a:xfrm>
          <a:prstGeom prst="ellipse">
            <a:avLst/>
          </a:prstGeom>
          <a:solidFill>
            <a:srgbClr val="EEDCFA"/>
          </a:solidFill>
          <a:ln/>
        </p:spPr>
      </p:sp>
      <p:pic>
        <p:nvPicPr>
          <p:cNvPr id="28" name="Image 5" descr="/home/claude/icons/check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1624" y="4263116"/>
            <a:ext cx="297729" cy="29772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73952" y="4069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incident response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Security Teams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686800" cy="1371600"/>
          </a:xfrm>
          <a:prstGeom prst="roundRect">
            <a:avLst>
              <a:gd name="adj" fmla="val 8000"/>
            </a:avLst>
          </a:prstGeom>
          <a:solidFill>
            <a:srgbClr val="FBDAD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users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23692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00200" y="2377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used PowerShell."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371600" y="3520440"/>
            <a:ext cx="7863840" cy="1371600"/>
          </a:xfrm>
          <a:prstGeom prst="roundRect">
            <a:avLst>
              <a:gd name="adj" fmla="val 8000"/>
            </a:avLst>
          </a:prstGeom>
          <a:solidFill>
            <a:srgbClr val="DCE9FF"/>
          </a:solidFill>
          <a:ln/>
        </p:spPr>
      </p:sp>
      <p:sp>
        <p:nvSpPr>
          <p:cNvPr id="10" name="Shape 7"/>
          <p:cNvSpPr/>
          <p:nvPr/>
        </p:nvSpPr>
        <p:spPr>
          <a:xfrm>
            <a:off x="1600200" y="3886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icons/user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10" y="39694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23160" y="3685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23160" y="3977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didn't detect it."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2194560" y="5120640"/>
            <a:ext cx="7040880" cy="1371600"/>
          </a:xfrm>
          <a:prstGeom prst="roundRect">
            <a:avLst>
              <a:gd name="adj" fmla="val 8000"/>
            </a:avLst>
          </a:prstGeom>
          <a:solidFill>
            <a:srgbClr val="EEDCFA"/>
          </a:solidFill>
          <a:ln/>
        </p:spPr>
      </p:sp>
      <p:sp>
        <p:nvSpPr>
          <p:cNvPr id="15" name="Shape 11"/>
          <p:cNvSpPr/>
          <p:nvPr/>
        </p:nvSpPr>
        <p:spPr>
          <a:xfrm>
            <a:off x="2423160" y="5486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icons/users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370" y="556961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46120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246120" y="5577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create a detection rule."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Purple Team Example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vs Blue vs Purple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91440" cy="105156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10612"/>
            <a:ext cx="585216" cy="585216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1" name="Image 0" descr="/home/claude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78" y="2686690"/>
            <a:ext cx="433060" cy="4330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3774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06240" y="23774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49440" y="23774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systems from attacks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611880"/>
            <a:ext cx="91440" cy="10515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3845052"/>
            <a:ext cx="585216" cy="585216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18" name="Image 1" descr="/home/claude/icons/targe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" y="3921130"/>
            <a:ext cx="433060" cy="4330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36118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206240" y="36118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949440" y="36118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attacks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48463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" y="5079492"/>
            <a:ext cx="585216" cy="585216"/>
          </a:xfrm>
          <a:prstGeom prst="ellipse">
            <a:avLst/>
          </a:prstGeom>
          <a:solidFill>
            <a:srgbClr val="EEDCFA"/>
          </a:solidFill>
          <a:ln/>
        </p:spPr>
      </p:sp>
      <p:pic>
        <p:nvPicPr>
          <p:cNvPr id="25" name="Image 2" descr="/home/claude/icons/users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" y="5155570"/>
            <a:ext cx="433060" cy="4330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17320" y="48463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Purple Team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206240" y="48463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949440" y="4846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security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Team Comparison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CENTER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Roles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Operations Center (SOC) monitors, detects, investigates and responds to cyber threats 24/7.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8620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23560" y="19659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RESPONSIBILITY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088136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Level 1 (L1)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86200" y="2331720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23560" y="2331720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alerts and perform initial investigation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29484"/>
            <a:ext cx="10881360" cy="397764"/>
          </a:xfrm>
          <a:prstGeom prst="rect">
            <a:avLst/>
          </a:prstGeom>
          <a:solidFill>
            <a:srgbClr val="EAEFF4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29484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Level 2 (L2)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86200" y="272948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23560" y="2729484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complex incidents and respond to attacks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1088136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27248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Level 3 (L3)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86200" y="3127248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23560" y="3127248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hunting, malware analysis, and advanced investigations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25012"/>
            <a:ext cx="10881360" cy="397764"/>
          </a:xfrm>
          <a:prstGeom prst="rect">
            <a:avLst/>
          </a:prstGeom>
          <a:solidFill>
            <a:srgbClr val="EAEFF4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25012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86200" y="3525012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Intermediate–Advanced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23560" y="3525012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Contain, eradicate, and recover from cyber incidents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22776"/>
            <a:ext cx="1088136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22776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86200" y="3922776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3922776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search for hidden threats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320540"/>
            <a:ext cx="10881360" cy="397764"/>
          </a:xfrm>
          <a:prstGeom prst="rect">
            <a:avLst/>
          </a:prstGeom>
          <a:solidFill>
            <a:srgbClr val="EAEFF4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20540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Analyst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86200" y="4320540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23560" y="4320540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compromised systems and collect evidence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718304"/>
            <a:ext cx="1088136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718304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86200" y="471830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23560" y="4718304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malicious software and create detections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116068"/>
            <a:ext cx="10881360" cy="397764"/>
          </a:xfrm>
          <a:prstGeom prst="rect">
            <a:avLst/>
          </a:prstGeom>
          <a:solidFill>
            <a:srgbClr val="EAEFF4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116068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86200" y="5116068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23560" y="5116068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improve SIEM detection rules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513832"/>
            <a:ext cx="1088136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513832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86200" y="5513832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Intermediate–Advanced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23560" y="5513832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maintain security tools and infrastructure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911596"/>
            <a:ext cx="10881360" cy="397764"/>
          </a:xfrm>
          <a:prstGeom prst="rect">
            <a:avLst/>
          </a:prstGeom>
          <a:solidFill>
            <a:srgbClr val="EAEFF4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911596"/>
            <a:ext cx="31089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Manager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86200" y="5911596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23560" y="5911596"/>
            <a:ext cx="5760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SOC team and manage operations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PROGRESSION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Careers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2171700"/>
            <a:ext cx="411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8288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171700"/>
            <a:ext cx="411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18288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L3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92340" y="2514600"/>
            <a:ext cx="0" cy="54864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1847088" cy="822960"/>
          </a:xfrm>
          <a:prstGeom prst="roundRect">
            <a:avLst>
              <a:gd name="adj" fmla="val 11111"/>
            </a:avLst>
          </a:prstGeom>
          <a:solidFill>
            <a:srgbClr val="16273F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461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98648" y="3246120"/>
            <a:ext cx="1847088" cy="822960"/>
          </a:xfrm>
          <a:prstGeom prst="roundRect">
            <a:avLst>
              <a:gd name="adj" fmla="val 11111"/>
            </a:avLst>
          </a:prstGeom>
          <a:solidFill>
            <a:srgbClr val="16273F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32461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57216" y="3246120"/>
            <a:ext cx="1847088" cy="822960"/>
          </a:xfrm>
          <a:prstGeom prst="roundRect">
            <a:avLst>
              <a:gd name="adj" fmla="val 11111"/>
            </a:avLst>
          </a:prstGeom>
          <a:solidFill>
            <a:srgbClr val="16273F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32461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15784" y="3246120"/>
            <a:ext cx="1847088" cy="822960"/>
          </a:xfrm>
          <a:prstGeom prst="roundRect">
            <a:avLst>
              <a:gd name="adj" fmla="val 11111"/>
            </a:avLst>
          </a:prstGeom>
          <a:solidFill>
            <a:srgbClr val="16273F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32461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74352" y="3246120"/>
            <a:ext cx="1847088" cy="822960"/>
          </a:xfrm>
          <a:prstGeom prst="roundRect">
            <a:avLst>
              <a:gd name="adj" fmla="val 11111"/>
            </a:avLst>
          </a:prstGeom>
          <a:solidFill>
            <a:srgbClr val="16273F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32461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4069080"/>
            <a:ext cx="0" cy="5029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470916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FFC857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Manager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Lifecycle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420112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465832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1584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9" name="Text 7"/>
          <p:cNvSpPr/>
          <p:nvPr/>
        </p:nvSpPr>
        <p:spPr>
          <a:xfrm>
            <a:off x="4337304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63056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11" name="Text 9"/>
          <p:cNvSpPr/>
          <p:nvPr/>
        </p:nvSpPr>
        <p:spPr>
          <a:xfrm>
            <a:off x="6208776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34528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13" name="Text 11"/>
          <p:cNvSpPr/>
          <p:nvPr/>
        </p:nvSpPr>
        <p:spPr>
          <a:xfrm>
            <a:off x="8080248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906000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9951720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8" name="Image 0" descr="/home/claude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689250"/>
            <a:ext cx="473659" cy="4736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2606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" y="35478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3429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68680" y="40050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38862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Training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68680" y="44622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1097280" y="4343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68680" y="49194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/>
          <p:nvPr/>
        </p:nvSpPr>
        <p:spPr>
          <a:xfrm>
            <a:off x="1097280" y="48006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868680" y="53766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6"/>
          <p:cNvSpPr/>
          <p:nvPr/>
        </p:nvSpPr>
        <p:spPr>
          <a:xfrm>
            <a:off x="1097280" y="52578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126480" y="23317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00800" y="2606040"/>
            <a:ext cx="640080" cy="640080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32" name="Image 1" descr="/home/claude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010" y="2689250"/>
            <a:ext cx="473659" cy="47365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78040" y="2606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Analysis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6446520" y="3547872"/>
            <a:ext cx="91440" cy="914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5" name="Text 31"/>
          <p:cNvSpPr/>
          <p:nvPr/>
        </p:nvSpPr>
        <p:spPr>
          <a:xfrm>
            <a:off x="6675120" y="3429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alerts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6446520" y="4005072"/>
            <a:ext cx="91440" cy="914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7" name="Text 33"/>
          <p:cNvSpPr/>
          <p:nvPr/>
        </p:nvSpPr>
        <p:spPr>
          <a:xfrm>
            <a:off x="6675120" y="38862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logs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6446520" y="4462272"/>
            <a:ext cx="91440" cy="914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9" name="Text 35"/>
          <p:cNvSpPr/>
          <p:nvPr/>
        </p:nvSpPr>
        <p:spPr>
          <a:xfrm>
            <a:off x="6675120" y="4343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attack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Incident Response 1/3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 ·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Lifecycle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420112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7" name="Text 5"/>
          <p:cNvSpPr/>
          <p:nvPr/>
        </p:nvSpPr>
        <p:spPr>
          <a:xfrm>
            <a:off x="2465832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1584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337304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63056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208776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34528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13" name="Text 11"/>
          <p:cNvSpPr/>
          <p:nvPr/>
        </p:nvSpPr>
        <p:spPr>
          <a:xfrm>
            <a:off x="8080248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906000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9951720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8" name="Image 0" descr="/home/claude/icons/shieldof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689250"/>
            <a:ext cx="473659" cy="4736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2606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" y="3547872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3429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systems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68680" y="4005072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38862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accounts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68680" y="4462272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5" name="Text 22"/>
          <p:cNvSpPr/>
          <p:nvPr/>
        </p:nvSpPr>
        <p:spPr>
          <a:xfrm>
            <a:off x="1097280" y="4343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IP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126480" y="23317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0" y="26060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8" name="Image 1" descr="/home/claude/icons/sl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010" y="2689250"/>
            <a:ext cx="473659" cy="47365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78040" y="2606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Eradication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446520" y="354787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7"/>
          <p:cNvSpPr/>
          <p:nvPr/>
        </p:nvSpPr>
        <p:spPr>
          <a:xfrm>
            <a:off x="6675120" y="3429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malware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446520" y="400507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3" name="Text 29"/>
          <p:cNvSpPr/>
          <p:nvPr/>
        </p:nvSpPr>
        <p:spPr>
          <a:xfrm>
            <a:off x="6675120" y="38862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malicious files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446520" y="446227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1"/>
          <p:cNvSpPr/>
          <p:nvPr/>
        </p:nvSpPr>
        <p:spPr>
          <a:xfrm>
            <a:off x="6675120" y="4343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vulnerabilities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Incident Response 2/3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 ·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Lifecycle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420112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7" name="Text 5"/>
          <p:cNvSpPr/>
          <p:nvPr/>
        </p:nvSpPr>
        <p:spPr>
          <a:xfrm>
            <a:off x="2465832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1584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9" name="Text 7"/>
          <p:cNvSpPr/>
          <p:nvPr/>
        </p:nvSpPr>
        <p:spPr>
          <a:xfrm>
            <a:off x="4337304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63056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E1E7EE"/>
          </a:solidFill>
          <a:ln/>
        </p:spPr>
      </p:sp>
      <p:sp>
        <p:nvSpPr>
          <p:cNvPr id="11" name="Text 9"/>
          <p:cNvSpPr/>
          <p:nvPr/>
        </p:nvSpPr>
        <p:spPr>
          <a:xfrm>
            <a:off x="6208776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34528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080248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906000" y="1508760"/>
            <a:ext cx="170688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9951720" y="1508760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9D4EDD"/>
          </a:solidFill>
          <a:ln/>
        </p:spPr>
      </p:sp>
      <p:pic>
        <p:nvPicPr>
          <p:cNvPr id="18" name="Image 0" descr="/home/claude/icons/refre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689250"/>
            <a:ext cx="473659" cy="4736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2606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" y="3547872"/>
            <a:ext cx="91440" cy="9144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3429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backups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68680" y="4005072"/>
            <a:ext cx="91440" cy="9144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38862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systems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68680" y="4462272"/>
            <a:ext cx="91440" cy="9144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25" name="Text 22"/>
          <p:cNvSpPr/>
          <p:nvPr/>
        </p:nvSpPr>
        <p:spPr>
          <a:xfrm>
            <a:off x="1097280" y="4343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126480" y="23317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0" y="26060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8" name="Image 1" descr="/home/claude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010" y="2689250"/>
            <a:ext cx="473659" cy="47365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78040" y="2606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446520" y="3547872"/>
            <a:ext cx="91440" cy="914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1" name="Text 27"/>
          <p:cNvSpPr/>
          <p:nvPr/>
        </p:nvSpPr>
        <p:spPr>
          <a:xfrm>
            <a:off x="6675120" y="3429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incident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446520" y="4005072"/>
            <a:ext cx="91440" cy="914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3" name="Text 29"/>
          <p:cNvSpPr/>
          <p:nvPr/>
        </p:nvSpPr>
        <p:spPr>
          <a:xfrm>
            <a:off x="6675120" y="38862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rules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446520" y="4462272"/>
            <a:ext cx="91440" cy="914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5" name="Text 31"/>
          <p:cNvSpPr/>
          <p:nvPr/>
        </p:nvSpPr>
        <p:spPr>
          <a:xfrm>
            <a:off x="6675120" y="4343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response plan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Incident Response 3/3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FBDADC"/>
          </a:solidFill>
          <a:ln/>
        </p:spPr>
      </p:sp>
      <p:pic>
        <p:nvPicPr>
          <p:cNvPr id="6" name="Image 0" descr="/home/claude/icons/alert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206700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44348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is malicious software designed to damage systems, steal data, disrupt operations or gain unauthorized access.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MALWARE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23317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BDADC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0" y="23317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823960" y="23317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BDADC"/>
          </a:solidFill>
          <a:ln/>
        </p:spPr>
      </p:sp>
      <p:sp>
        <p:nvSpPr>
          <p:cNvPr id="12" name="Text 9"/>
          <p:cNvSpPr/>
          <p:nvPr/>
        </p:nvSpPr>
        <p:spPr>
          <a:xfrm>
            <a:off x="8823960" y="23317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43600" y="38404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BDADC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384048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Trojan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823960" y="38404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BDADC"/>
          </a:solidFill>
          <a:ln/>
        </p:spPr>
      </p:sp>
      <p:sp>
        <p:nvSpPr>
          <p:cNvPr id="16" name="Text 13"/>
          <p:cNvSpPr/>
          <p:nvPr/>
        </p:nvSpPr>
        <p:spPr>
          <a:xfrm>
            <a:off x="8823960" y="384048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43600" y="53492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BDADC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53492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Spyware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23960" y="53492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BDADC"/>
          </a:solidFill>
          <a:ln/>
        </p:spPr>
      </p:sp>
      <p:sp>
        <p:nvSpPr>
          <p:cNvPr id="20" name="Text 17"/>
          <p:cNvSpPr/>
          <p:nvPr/>
        </p:nvSpPr>
        <p:spPr>
          <a:xfrm>
            <a:off x="8823960" y="53492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Adware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Malware Basics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Prevention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95728"/>
            <a:ext cx="731520" cy="731520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6" name="Image 0" descr="/home/claude/icons/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198" y="249082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83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4340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37860" y="2395728"/>
            <a:ext cx="731520" cy="731520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0" name="Image 1" descr="/home/claude/icons/refres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490826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383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Updates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3816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532620" y="2395728"/>
            <a:ext cx="731520" cy="731520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4" name="Image 2" descr="/home/claude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718" y="2490826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0" y="3383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phishing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251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943100" y="4544568"/>
            <a:ext cx="731520" cy="731520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18" name="Image 3" descr="/home/claude/icons/harddriv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198" y="4639666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5532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downloads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43400" y="4251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37860" y="4544568"/>
            <a:ext cx="731520" cy="731520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22" name="Image 4" descr="/home/claude/icons/lo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958" y="4639666"/>
            <a:ext cx="541325" cy="5413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34840" y="5532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38160" y="4251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532620" y="4544568"/>
            <a:ext cx="731520" cy="731520"/>
          </a:xfrm>
          <a:prstGeom prst="ellipse">
            <a:avLst/>
          </a:prstGeom>
          <a:solidFill>
            <a:srgbClr val="DCE9FF"/>
          </a:solidFill>
          <a:ln/>
        </p:spPr>
      </p:sp>
      <p:pic>
        <p:nvPicPr>
          <p:cNvPr id="26" name="Image 5" descr="/home/claude/icons/databas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7718" y="4639666"/>
            <a:ext cx="541325" cy="5413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29600" y="55321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 · Malware Prevention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WannaCry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749040"/>
          </a:xfrm>
          <a:prstGeom prst="roundRect">
            <a:avLst>
              <a:gd name="adj" fmla="val 3733"/>
            </a:avLst>
          </a:prstGeom>
          <a:solidFill>
            <a:srgbClr val="1627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33172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645" y="243870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83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429000" cy="3749040"/>
          </a:xfrm>
          <a:prstGeom prst="roundRect">
            <a:avLst>
              <a:gd name="adj" fmla="val 3733"/>
            </a:avLst>
          </a:prstGeom>
          <a:solidFill>
            <a:srgbClr val="1627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2331720"/>
            <a:ext cx="822960" cy="8229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2" name="Image 1" descr="/home/claude/icons/wifi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685" y="2438705"/>
            <a:ext cx="608990" cy="60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3383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0" y="3886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EternalBlue SMB vulnerability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429000" cy="3749040"/>
          </a:xfrm>
          <a:prstGeom prst="roundRect">
            <a:avLst>
              <a:gd name="adj" fmla="val 3733"/>
            </a:avLst>
          </a:prstGeom>
          <a:solidFill>
            <a:srgbClr val="1627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49740" y="233172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2" descr="/home/claude/icons/glob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25" y="2438705"/>
            <a:ext cx="608990" cy="6089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3383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21040" y="3886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21040" y="4526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outbreak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3584448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/home/claude/icons/refres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218" y="3679546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462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80560" y="329184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3584448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/home/claude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18" y="3679546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4462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Antivirus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329184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18320" y="3584448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5" name="Image 2" descr="/home/claude/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18" y="3679546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4462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2026-07-25T13:36:08Z</dcterms:created>
  <dcterms:modified xsi:type="dcterms:W3CDTF">2026-07-25T13:36:08Z</dcterms:modified>
</cp:coreProperties>
</file>