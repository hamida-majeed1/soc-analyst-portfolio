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26"/>
    <p:sldId id="276" r:id="rId27"/>
    <p:sldId id="277" r:id="rId28"/>
    <p:sldId id="278" r:id="rId29"/>
    <p:sldId id="279" r:id="rId30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ia/title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32B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269748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822960" y="4892040"/>
            <a:ext cx="128016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digital defense — threats, vulnerabilities &amp; risk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3400" dirty="0"/>
          </a:p>
        </p:txBody>
      </p:sp>
      <p:pic>
        <p:nvPicPr>
          <p:cNvPr id="3" name="Image 0" descr="media/cyber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554480"/>
            <a:ext cx="3749040" cy="27157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8120" y="1554480"/>
            <a:ext cx="3749040" cy="2715768"/>
          </a:xfrm>
          <a:prstGeom prst="roundRect">
            <a:avLst>
              <a:gd name="adj" fmla="val 2694"/>
            </a:avLst>
          </a:prstGeom>
          <a:ln w="19050">
            <a:solidFill>
              <a:srgbClr val="4CC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5544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the protection of systems, networks, and servers from cyber threats such as hacking, digital attacks, and unauthorized access.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3474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social media from hacking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4087368"/>
            <a:ext cx="365760" cy="36576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404164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malware and viruses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654296"/>
            <a:ext cx="365760" cy="36576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460857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website and organization data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5221224"/>
            <a:ext cx="365760" cy="36576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1560" y="517550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bank information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Security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computer networks from cyber attacks.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150876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645152" y="1737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3317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Security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78892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websites and applications from hackers.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84464" y="150876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8513064" y="1737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13064" y="23317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Security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13064" y="278892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data from unauthorized access.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5262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98348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cloud platforms and online storage.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16552" y="370332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4645152" y="3931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45152" y="45262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Hacking (Red Team)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8348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systems to find security weaknesses.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84464" y="370332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29" name="Shape 27"/>
          <p:cNvSpPr/>
          <p:nvPr/>
        </p:nvSpPr>
        <p:spPr>
          <a:xfrm>
            <a:off x="8513064" y="3931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13064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13064" y="45262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Team (Defensive Security)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13064" y="498348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systems by monitoring and responding to cyber attacks.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23774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3060" y="2697480"/>
            <a:ext cx="731520" cy="7315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306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11880" y="23774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49140" y="2697480"/>
            <a:ext cx="731520" cy="7315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914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03320" y="3703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23774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75220" y="2697480"/>
            <a:ext cx="731520" cy="7315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522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3703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464040" y="23774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01300" y="2697480"/>
            <a:ext cx="731520" cy="7315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0130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703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System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Hackers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19656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7099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Hat Hackers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170992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hackers who protect systems by finding and fixing security vulnerabilities.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Hat Hackers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28803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hackers who steal data or damage systems for personal gain.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0507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Gray Hat Hackers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405079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may hack without permission but usually report vulnerabilities afterward.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11496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330952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30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22122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Kiddies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522122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who use pre-made hacking tools with little knowledge.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Hackers (Continued)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6362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4904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Hat Hackers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94960" y="149047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learners who are developing their hacking skills.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52374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45059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 Hackers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245059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aggressively fight against Black Hat hackers.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48386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41071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Hacktivists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94960" y="341071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attack systems for political or social causes.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44398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43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37083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Nation-State Hackers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94960" y="437083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work for governments to conduct cyber espionage or attacks.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540410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404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53309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Developers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94960" y="533095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create malicious software such as viruses or ransomware.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CIA Triads</a:t>
            </a:r>
            <a:endParaRPr lang="en-US" sz="3400" dirty="0"/>
          </a:p>
        </p:txBody>
      </p:sp>
      <p:pic>
        <p:nvPicPr>
          <p:cNvPr id="3" name="Image 0" descr="media/cia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17320"/>
            <a:ext cx="3703320" cy="2679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34440" y="1645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210312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that only authorized users can access the data.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347472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that data is not changed during transmission.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4389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484632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available and accessible to authorized users when needed.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3400" dirty="0"/>
          </a:p>
        </p:txBody>
      </p:sp>
      <p:pic>
        <p:nvPicPr>
          <p:cNvPr id="3" name="Image 0" descr="media/threa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554480"/>
            <a:ext cx="3566160" cy="23682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554480"/>
            <a:ext cx="3566160" cy="2368296"/>
          </a:xfrm>
          <a:prstGeom prst="roundRect">
            <a:avLst>
              <a:gd name="adj" fmla="val 3089"/>
            </a:avLst>
          </a:prstGeom>
          <a:ln w="19050">
            <a:solidFill>
              <a:srgbClr val="4CC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55448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is something that has the potential to damage, disrupt, steal, or gain unauthorized access to a computer system, network, or data.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114800" y="3566160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177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4087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114800" y="4133088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0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7720" y="4087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in the Middle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48640" y="4700016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700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51560" y="46542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114800" y="4700016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0" y="4700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617720" y="46542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Threat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World Example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1540764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4076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sends a phishing email to an employee.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35808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36976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229100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91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74136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clicks the malicious link.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24144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25312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6917436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743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62472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steals the login credentials.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613648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5772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577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50808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data is compromised.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C2B4A"/>
          </a:solidFill>
          <a:ln w="1524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89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phishing email is the threat.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is a potential danger.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targets systems, networks, or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exploits vulnerabilities.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lead to data theft, financial loss, or service disruption.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2B4A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is a weakness or flaw in a system, network, application, or process that can be exploited by a threat to gain unauthorized access or cause damage.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02352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Software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84464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467344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70264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Operating System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Firewall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416552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4599432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02352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84464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8467344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70264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Access Control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World Example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1540764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4076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uses "123456" as an administrator password.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35808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36976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229100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91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74136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password is the vulnerability.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24144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25312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6917436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743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62472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guesses the password.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613648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5772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577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50808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gains unauthorized access to the system.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C2B4A"/>
          </a:solidFill>
          <a:ln w="1524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89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weak password is the vulnerability.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passwords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software regularly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security patches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firewalls properly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regular vulnerability assessments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is a weakness, not an attack.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exploit vulnerabilities.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vulnerabilities improves security.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updates and security best practices help prevent exploitation.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2B4A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is the possibility that a threat will exploit a vulnerability and cause harm, damage, or loss to an organization.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02352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84464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467344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70264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Downtime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416552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4599432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02352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Damage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84464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8467344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70264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Confidential Data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uses a weak password.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Password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29260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Hacker gains unauthorized access and steals company data.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C2B4A"/>
          </a:solidFill>
          <a:ln w="15240">
            <a:solidFill>
              <a:srgbClr val="3DD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4348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possibility of data theft is the risk.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Mitigation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passwords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software regularly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security patches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employees on cybersecurity awareness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regular security assessments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the chance of damage or loss.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exists when a threat exploits a vulnerability.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reduce risk through security controls and best practices.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cannot always be eliminated, but it can be managed.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vs Vulnerability vs Risk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297680" y="146304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0" y="14630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0" y="146304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4630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 danger that can cause harm.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1945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weakness that can be exploited.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21945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possibility of damage when a threat exploits a vulnerability.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461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attacker or harmful event.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24612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2461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security weakness.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24612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32461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potential loss or impact.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976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exploit vulnerabilities.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429768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42976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exploited by threats.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429768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42976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because of threats and vulnerabilities.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3492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Hacker, Malware, Phishing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97680" y="534924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53492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Weak Password, Outdated Software, Open Port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46720" y="534924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53492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Data Breach, Financial Loss, System Downtime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Surface</a:t>
            </a:r>
            <a:endParaRPr lang="en-US" sz="3400" dirty="0"/>
          </a:p>
        </p:txBody>
      </p:sp>
      <p:pic>
        <p:nvPicPr>
          <p:cNvPr id="3" name="Image 0" descr="media/threa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554480"/>
            <a:ext cx="3566160" cy="23682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554480"/>
            <a:ext cx="3566160" cy="2368296"/>
          </a:xfrm>
          <a:prstGeom prst="roundRect">
            <a:avLst>
              <a:gd name="adj" fmla="val 3089"/>
            </a:avLst>
          </a:prstGeom>
          <a:ln w="19050">
            <a:solidFill>
              <a:srgbClr val="4CC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55448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 surface is the total number of entry points where an attacker can try to gain unauthorized access to a system, network, or application.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114800" y="3566160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177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Server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4087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114800" y="4133088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0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7720" y="4087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48640" y="4700016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700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51560" y="46542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Laptops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114800" y="4700016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0" y="4700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617720" y="46542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Network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Attack Surface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19656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7099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Attack Surface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170992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 connected to the network, such as open ports, VPN, Wi-Fi, firewalls, routers, and remote desktop.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Attack Surface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28803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in software or applications, such as bugs, SQL injection, XSS, and unpatched software.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0507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Attack Surface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405079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become entry points through phishing, weak passwords, or social engineering.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11496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330952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30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22122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Attack Surface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522122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access to devices, such as stolen laptops, unlocked server rooms, and lost USB drives.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World Example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1540764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4076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exposes a website, VPN, and cloud database online.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35808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36976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229100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91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74136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scans and identifies these entry points.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24144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25312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6917436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743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62472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targets the VPN, since it uses a weak password.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613648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5772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577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50808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gains unauthorized access to the network.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C2B4A"/>
          </a:solidFill>
          <a:ln w="1524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89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website, VPN, and cloud database together form the attack surface.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Reduce The Attack Surface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unused network ports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software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unused services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security patches regularly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passwords and MFA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employees to recognize phishing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 surface is the total number of entry points an attacker can target.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includes network, software, human, and physical entry points.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attack surface means more opportunities for attackers.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the attack surface is a key part of strong cyber defense.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2026-07-23T16:23:13Z</dcterms:created>
  <dcterms:modified xsi:type="dcterms:W3CDTF">2026-07-23T16:23:13Z</dcterms:modified>
</cp:coreProperties>
</file>