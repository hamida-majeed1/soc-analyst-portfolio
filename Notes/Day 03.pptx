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22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502920"/>
            <a:ext cx="82296" cy="822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502920"/>
            <a:ext cx="82296" cy="822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502920"/>
            <a:ext cx="82296" cy="822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353312" y="502920"/>
            <a:ext cx="82296" cy="822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502920"/>
            <a:ext cx="82296" cy="822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659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  ·  CYBERSECURITY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Chain, MITRE ATT&amp;CK,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Pyramid of Pain &amp; Security Controls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attacker behavior, threat frameworks, and the defenses that stop them.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760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57607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5760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57607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5760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Pyramid of Pain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15400" y="576072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5760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CYBER KILL CHAIN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is a cybersecurity framework developed by Lockheed Martin that explains the 7 stages of a cyberattack.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417820" cy="1074420"/>
          </a:xfrm>
          <a:prstGeom prst="roundRect">
            <a:avLst>
              <a:gd name="adj" fmla="val 68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79247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83280"/>
            <a:ext cx="4686300" cy="107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attacker behavior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5060" y="3383280"/>
            <a:ext cx="5417820" cy="1074420"/>
          </a:xfrm>
          <a:prstGeom prst="roundRect">
            <a:avLst>
              <a:gd name="adj" fmla="val 68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379247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743700" y="3383280"/>
            <a:ext cx="4686300" cy="107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attacks early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686300"/>
            <a:ext cx="5417820" cy="1074420"/>
          </a:xfrm>
          <a:prstGeom prst="roundRect">
            <a:avLst>
              <a:gd name="adj" fmla="val 68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509549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686300"/>
            <a:ext cx="4686300" cy="107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incident response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060" y="4686300"/>
            <a:ext cx="5417820" cy="1074420"/>
          </a:xfrm>
          <a:prstGeom prst="roundRect">
            <a:avLst>
              <a:gd name="adj" fmla="val 68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7940" y="509549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743700" y="4686300"/>
            <a:ext cx="4686300" cy="107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attacks before damage occurs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CYBER KILL CHAIN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Phases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506147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212848"/>
            <a:ext cx="15061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6072" y="2606040"/>
            <a:ext cx="135984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90779" y="25603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18795" y="2103120"/>
            <a:ext cx="1506147" cy="1371600"/>
          </a:xfrm>
          <a:prstGeom prst="roundRect">
            <a:avLst>
              <a:gd name="adj" fmla="val 5333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118795" y="2212848"/>
            <a:ext cx="15061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1947" y="2606040"/>
            <a:ext cx="135984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Weaponization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06655" y="25603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34671" y="2103120"/>
            <a:ext cx="1506147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3734671" y="2212848"/>
            <a:ext cx="15061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07823" y="2606040"/>
            <a:ext cx="135984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22530" y="25603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50546" y="2103120"/>
            <a:ext cx="1506147" cy="1371600"/>
          </a:xfrm>
          <a:prstGeom prst="roundRect">
            <a:avLst>
              <a:gd name="adj" fmla="val 5333"/>
            </a:avLst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350546" y="2212848"/>
            <a:ext cx="15061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3698" y="2606040"/>
            <a:ext cx="135984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38406" y="25603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66422" y="2103120"/>
            <a:ext cx="1506147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/>
        </p:spPr>
      </p:sp>
      <p:sp>
        <p:nvSpPr>
          <p:cNvPr id="22" name="Text 20"/>
          <p:cNvSpPr/>
          <p:nvPr/>
        </p:nvSpPr>
        <p:spPr>
          <a:xfrm>
            <a:off x="6966422" y="2212848"/>
            <a:ext cx="15061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39574" y="2606040"/>
            <a:ext cx="135984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54281" y="25603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82297" y="2103120"/>
            <a:ext cx="1506147" cy="1371600"/>
          </a:xfrm>
          <a:prstGeom prst="roundRect">
            <a:avLst>
              <a:gd name="adj" fmla="val 5333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582297" y="2212848"/>
            <a:ext cx="15061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55449" y="2606040"/>
            <a:ext cx="135984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&amp; Control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70157" y="25603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98173" y="2103120"/>
            <a:ext cx="1506147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10198173" y="2212848"/>
            <a:ext cx="15061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71325" y="2606040"/>
            <a:ext cx="135984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on Objectives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cyberattack moves through these seven phases in sequence — stopping the attacker at any phase breaks the chain.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259461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672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4434840"/>
            <a:ext cx="18630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Reconnaissance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71850" y="4434840"/>
            <a:ext cx="259461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54730" y="4672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38" name="Text 36"/>
          <p:cNvSpPr/>
          <p:nvPr/>
        </p:nvSpPr>
        <p:spPr>
          <a:xfrm>
            <a:off x="3920490" y="4434840"/>
            <a:ext cx="18630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Weaponization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95060" y="4434840"/>
            <a:ext cx="259461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77940" y="4672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41" name="Text 39"/>
          <p:cNvSpPr/>
          <p:nvPr/>
        </p:nvSpPr>
        <p:spPr>
          <a:xfrm>
            <a:off x="6743700" y="4434840"/>
            <a:ext cx="18630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Delivery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018270" y="4434840"/>
            <a:ext cx="259461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01150" y="4672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44" name="Text 42"/>
          <p:cNvSpPr/>
          <p:nvPr/>
        </p:nvSpPr>
        <p:spPr>
          <a:xfrm>
            <a:off x="9566910" y="4434840"/>
            <a:ext cx="18630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Exploitation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259461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" y="56327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47" name="Text 45"/>
          <p:cNvSpPr/>
          <p:nvPr/>
        </p:nvSpPr>
        <p:spPr>
          <a:xfrm>
            <a:off x="1097280" y="5394960"/>
            <a:ext cx="18630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Installation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371850" y="5394960"/>
            <a:ext cx="259461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54730" y="56327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50" name="Text 48"/>
          <p:cNvSpPr/>
          <p:nvPr/>
        </p:nvSpPr>
        <p:spPr>
          <a:xfrm>
            <a:off x="3920490" y="5394960"/>
            <a:ext cx="18630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Command &amp; Control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95060" y="5394960"/>
            <a:ext cx="259461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77940" y="56327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53" name="Text 51"/>
          <p:cNvSpPr/>
          <p:nvPr/>
        </p:nvSpPr>
        <p:spPr>
          <a:xfrm>
            <a:off x="6743700" y="5394960"/>
            <a:ext cx="18630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Actions on Objectives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CYBER KILL CHAIN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Chain Stages — Details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Reconnaissance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 target information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Weaponization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malware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 payload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Exploitation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Exploit vulnerability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 malware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&amp; Control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 to attacker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Actions on Objectives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 attack goal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CYBER KILL CHAIN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Phishing Attack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80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731520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373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employee emails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40864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408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Weaponization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80360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83280" y="2340864"/>
            <a:ext cx="731520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340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malicious file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443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8036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83280" y="2944368"/>
            <a:ext cx="731520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94436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phishing email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547872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47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88036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83280" y="3547872"/>
            <a:ext cx="731520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5478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 opens file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4151376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513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80360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83280" y="4151376"/>
            <a:ext cx="731520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415137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installed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88036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83280" y="4754880"/>
            <a:ext cx="731520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47548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attacker server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48640" y="5358384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3583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88036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83280" y="5358384"/>
            <a:ext cx="7315200" cy="457200"/>
          </a:xfrm>
          <a:prstGeom prst="roundRect">
            <a:avLst>
              <a:gd name="adj" fmla="val 140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535838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Theft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60520" y="1737360"/>
            <a:ext cx="7452360" cy="651510"/>
          </a:xfrm>
          <a:prstGeom prst="roundRect">
            <a:avLst>
              <a:gd name="adj" fmla="val 112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935099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737360"/>
            <a:ext cx="672084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Non-profit organization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60520" y="2617470"/>
            <a:ext cx="7452360" cy="651510"/>
          </a:xfrm>
          <a:prstGeom prst="roundRect">
            <a:avLst>
              <a:gd name="adj" fmla="val 112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815209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617470"/>
            <a:ext cx="672084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research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0520" y="3497580"/>
            <a:ext cx="7452360" cy="651510"/>
          </a:xfrm>
          <a:prstGeom prst="roundRect">
            <a:avLst>
              <a:gd name="adj" fmla="val 112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3695319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497580"/>
            <a:ext cx="672084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Develops security frameworks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60520" y="4377690"/>
            <a:ext cx="7452360" cy="651510"/>
          </a:xfrm>
          <a:prstGeom prst="roundRect">
            <a:avLst>
              <a:gd name="adj" fmla="val 112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4575429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4377690"/>
            <a:ext cx="672084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organizations defend cyber threat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ATT&amp;CK Stand For?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20116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28600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0116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16052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0116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03504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20116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90956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921240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20116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78408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94560" y="4480560"/>
            <a:ext cx="777240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448056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globally-accessible knowledge base of adversary tactics and techniques based on real-world observations.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MITRE ATT&amp;CK?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4767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47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90195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language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24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67919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hunting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02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345643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engineering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27939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79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423367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56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501091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research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21040" y="192024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1920240"/>
            <a:ext cx="2743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vocabulary that connects analysts, tools, and teams across the industry.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MITRE ATT&amp;CK Used?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94610" cy="1805940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7807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03120"/>
            <a:ext cx="186309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71850" y="2103120"/>
            <a:ext cx="2594610" cy="1805940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4730" y="287807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3920490" y="2103120"/>
            <a:ext cx="186309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5060" y="2103120"/>
            <a:ext cx="2594610" cy="1805940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7940" y="287807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6743700" y="2103120"/>
            <a:ext cx="186309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18270" y="2103120"/>
            <a:ext cx="2594610" cy="1805940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01150" y="287807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9566910" y="2103120"/>
            <a:ext cx="186309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137660"/>
            <a:ext cx="2594610" cy="1805940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9126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137660"/>
            <a:ext cx="186309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71850" y="4137660"/>
            <a:ext cx="2594610" cy="1805940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54730" y="49126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3920490" y="4137660"/>
            <a:ext cx="186309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5060" y="4137660"/>
            <a:ext cx="2594610" cy="1805940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7940" y="49126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26" name="Text 24"/>
          <p:cNvSpPr/>
          <p:nvPr/>
        </p:nvSpPr>
        <p:spPr>
          <a:xfrm>
            <a:off x="6743700" y="4137660"/>
            <a:ext cx="186309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18270" y="4137660"/>
            <a:ext cx="2594610" cy="1805940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01150" y="49126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29" name="Text 27"/>
          <p:cNvSpPr/>
          <p:nvPr/>
        </p:nvSpPr>
        <p:spPr>
          <a:xfrm>
            <a:off x="9566910" y="4137660"/>
            <a:ext cx="186309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SOCs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MITRE ATT&amp;CK 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1560" y="1737360"/>
            <a:ext cx="1005840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home/claude/unpacked/ppt/media/image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00200" y="1965960"/>
            <a:ext cx="896112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 describe the attacker's goal.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2423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33649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entry into the system.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technique tells how the attacker achieves the goal.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417820" cy="1074420"/>
          </a:xfrm>
          <a:prstGeom prst="roundRect">
            <a:avLst>
              <a:gd name="adj" fmla="val 68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70103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4686300" cy="107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5060" y="3291840"/>
            <a:ext cx="5417820" cy="1074420"/>
          </a:xfrm>
          <a:prstGeom prst="roundRect">
            <a:avLst>
              <a:gd name="adj" fmla="val 68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370103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743700" y="3291840"/>
            <a:ext cx="4686300" cy="107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Attack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94860"/>
            <a:ext cx="5417820" cy="1074420"/>
          </a:xfrm>
          <a:prstGeom prst="roundRect">
            <a:avLst>
              <a:gd name="adj" fmla="val 68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50040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94860"/>
            <a:ext cx="4686300" cy="107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Drive-by Download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060" y="4594860"/>
            <a:ext cx="5417820" cy="1074420"/>
          </a:xfrm>
          <a:prstGeom prst="roundRect">
            <a:avLst>
              <a:gd name="adj" fmla="val 68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7940" y="50040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743700" y="4594860"/>
            <a:ext cx="4686300" cy="107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Public Application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Sub-Techniques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017520" y="1920240"/>
            <a:ext cx="6126480" cy="1051560"/>
          </a:xfrm>
          <a:prstGeom prst="roundRect">
            <a:avLst>
              <a:gd name="adj" fmla="val 8696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333756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T1059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521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17520" y="352044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SUB-TECHNIQUE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T1059.001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4389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MITRE ATT&amp;CK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MITRE Technique IDs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T1566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Phishing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&amp; Scripting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T1059.001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PowerShell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 Dumping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Exfiltration over C2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vs MITRE ATT&amp;CK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3258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3949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659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Stages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394960" cy="64008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Tactics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5394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432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Level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5394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7432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3949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20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394960" cy="64008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520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Behavior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5394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976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0" y="4297680"/>
            <a:ext cx="5394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2976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PYRAMID OF PAIN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Pyramid of Pain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Bianco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035040" y="1828800"/>
            <a:ext cx="557784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25146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difficult it is for attackers to change Indicators of Compromise (IOCs).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PYRAMID OF PAIN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Pyramid Levels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5239512"/>
            <a:ext cx="5120640" cy="512064"/>
          </a:xfrm>
          <a:prstGeom prst="roundRect">
            <a:avLst>
              <a:gd name="adj" fmla="val 8929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239512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4672584"/>
            <a:ext cx="4389120" cy="512064"/>
          </a:xfrm>
          <a:prstGeom prst="roundRect">
            <a:avLst>
              <a:gd name="adj" fmla="val 8929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672584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37360" y="4105656"/>
            <a:ext cx="3657600" cy="512064"/>
          </a:xfrm>
          <a:prstGeom prst="roundRect">
            <a:avLst>
              <a:gd name="adj" fmla="val 8929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41056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03120" y="3538728"/>
            <a:ext cx="2926080" cy="512064"/>
          </a:xfrm>
          <a:prstGeom prst="roundRect">
            <a:avLst>
              <a:gd name="adj" fmla="val 8929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353872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2971800"/>
            <a:ext cx="2194560" cy="512064"/>
          </a:xfrm>
          <a:prstGeom prst="roundRect">
            <a:avLst>
              <a:gd name="adj" fmla="val 8929"/>
            </a:avLst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97180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34640" y="2404872"/>
            <a:ext cx="1463040" cy="512064"/>
          </a:xfrm>
          <a:prstGeom prst="roundRect">
            <a:avLst>
              <a:gd name="adj" fmla="val 8929"/>
            </a:avLst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240487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up the pyramid = harder for attackers to change = more pain.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828800"/>
          <a:ext cx="4434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57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Artifacts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PYRAMID OF PAIN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 Examples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SHA256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185.10.10.15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evil-login.com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Artifacts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 Keys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Mimikatz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PowerShell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PYRAMID OF PAIN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TTPs Matter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356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523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280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12920" y="2194560"/>
            <a:ext cx="35356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5800" y="27523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861560" y="2194560"/>
            <a:ext cx="280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77200" y="2194560"/>
            <a:ext cx="35356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0080" y="27523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25840" y="2194560"/>
            <a:ext cx="280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Dumping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0B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...forces attackers to change their behavior.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4400" y="47548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54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SECURITY CONTROLS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 are safeguards used to Prevent, Detect, and Recover from cyber attacks.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CONTROLS  ·  FUNCTIONAL CONTROLS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5356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068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57600"/>
            <a:ext cx="280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12920" y="3657600"/>
            <a:ext cx="35356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43068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4861560" y="3657600"/>
            <a:ext cx="280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Detective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7200" y="3657600"/>
            <a:ext cx="35356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0080" y="43068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8625840" y="3657600"/>
            <a:ext cx="280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SECURITY CONTROLS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Controls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5803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1292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580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486156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7720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008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2584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Security Gateway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31292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580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486156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07720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008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5803D"/>
          </a:solidFill>
          <a:ln/>
        </p:spPr>
      </p:sp>
      <p:sp>
        <p:nvSpPr>
          <p:cNvPr id="23" name="Text 21"/>
          <p:cNvSpPr/>
          <p:nvPr/>
        </p:nvSpPr>
        <p:spPr>
          <a:xfrm>
            <a:off x="862584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SECURITY CONTROLS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Detective Controls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Sentinel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1292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580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486156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7720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008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862584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31292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580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486156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Logs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07720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008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862584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Integrity Monitoring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SECURITY CONTROLS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Controls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Restore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1292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580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86156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Removal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7720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008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62584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Reset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Management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31292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580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486156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SECURITY CONTROLS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Controls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1782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6D28D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468630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95060" y="2194560"/>
            <a:ext cx="541782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794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6743700" y="2194560"/>
            <a:ext cx="468630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000500"/>
            <a:ext cx="541782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000500"/>
            <a:ext cx="468630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95060" y="4000500"/>
            <a:ext cx="541782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794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6743700" y="4000500"/>
            <a:ext cx="468630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Policy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SECURITY CONTROLS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Controls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1292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580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486156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7720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008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862584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31292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580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486156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IDS/IPS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07720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008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862584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SECURITY CONTROLS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Controls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1292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580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86156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Access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77200" y="219456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0080" y="285521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25840" y="219456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Locks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Guards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312920" y="4000500"/>
            <a:ext cx="3535680" cy="157734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5800" y="466115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861560" y="4000500"/>
            <a:ext cx="2804160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Cards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SECURITY CONTROLS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 Mapping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 PowerShell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Malware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Backup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 ·  MITRE ATT&amp;CK  ·  PYRAMID OF PAIN  ·  SECURITY CONTROLS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424160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5653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2026-07-26T07:07:51Z</dcterms:created>
  <dcterms:modified xsi:type="dcterms:W3CDTF">2026-07-26T07:07:51Z</dcterms:modified>
</cp:coreProperties>
</file>